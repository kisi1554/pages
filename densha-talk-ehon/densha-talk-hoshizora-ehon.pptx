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9637" y="1956701"/>
            <a:ext cx="47667" cy="476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9869067" y="787832"/>
            <a:ext cx="75534" cy="755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3974" y="2770512"/>
            <a:ext cx="74395" cy="743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07797" y="3372649"/>
            <a:ext cx="53011" cy="530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3743" y="5332210"/>
            <a:ext cx="73837" cy="738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2024838" y="2496613"/>
            <a:ext cx="175743" cy="17574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5642999" y="1507433"/>
            <a:ext cx="45895" cy="458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275" y="5625275"/>
            <a:ext cx="263260" cy="26326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0362" y="5444675"/>
            <a:ext cx="49468" cy="494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29798" y="2725774"/>
            <a:ext cx="33498" cy="334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93418" y="1629316"/>
            <a:ext cx="90717" cy="907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9794516" y="2340458"/>
            <a:ext cx="78325" cy="783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28706" y="531851"/>
            <a:ext cx="54058" cy="540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5531" y="5250422"/>
            <a:ext cx="45723" cy="457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685571" y="4548808"/>
            <a:ext cx="80560" cy="805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4510468" y="6561819"/>
            <a:ext cx="36744" cy="367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7935005" y="6114903"/>
            <a:ext cx="83797" cy="837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8829095" y="3076887"/>
            <a:ext cx="64007" cy="640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12012" y="2026962"/>
            <a:ext cx="59723" cy="597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175" y="401072"/>
            <a:ext cx="85867" cy="858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7431415" y="4539330"/>
            <a:ext cx="66006" cy="660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8448361" y="4004285"/>
            <a:ext cx="50390" cy="503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1524148" y="5114652"/>
            <a:ext cx="188424" cy="18842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5517230" y="5765136"/>
            <a:ext cx="72396" cy="723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7560775" y="6807077"/>
            <a:ext cx="120901" cy="12090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3263735" y="1780709"/>
            <a:ext cx="27973" cy="279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6409390" y="5055278"/>
            <a:ext cx="30183" cy="301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1940960" y="2376242"/>
            <a:ext cx="58888" cy="588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58110" y="6614442"/>
            <a:ext cx="34459" cy="344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664408" y="3346039"/>
            <a:ext cx="39319" cy="393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16715" y="5029677"/>
            <a:ext cx="46824" cy="468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8711032" y="4744220"/>
            <a:ext cx="74006" cy="740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3297693" y="490300"/>
            <a:ext cx="64944" cy="649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2241334" y="5595906"/>
            <a:ext cx="89346" cy="893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5776965" y="6177915"/>
            <a:ext cx="47009" cy="470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7326838" y="3403567"/>
            <a:ext cx="115086" cy="11508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3825934" y="1957520"/>
            <a:ext cx="48158" cy="481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5666298" y="2331511"/>
            <a:ext cx="82932" cy="829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8889104" y="1203422"/>
            <a:ext cx="43064" cy="430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9728095" y="5326114"/>
            <a:ext cx="77681" cy="776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390349" y="820300"/>
            <a:ext cx="47961" cy="479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556707" y="473362"/>
            <a:ext cx="32312" cy="323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8487429" y="3028607"/>
            <a:ext cx="43437" cy="434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3773776" y="2620125"/>
            <a:ext cx="38788" cy="387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6812643" y="4430585"/>
            <a:ext cx="101205" cy="10120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3681144" y="4679331"/>
            <a:ext cx="72455" cy="724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9951490" y="5075515"/>
            <a:ext cx="68322" cy="683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202575" y="6493452"/>
            <a:ext cx="65676" cy="656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7799851" y="3934502"/>
            <a:ext cx="49207" cy="492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4241" y="6217522"/>
            <a:ext cx="51266" cy="512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7157406" y="6329053"/>
            <a:ext cx="72346" cy="723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11926361" y="1515183"/>
            <a:ext cx="136063" cy="13606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5447575" y="5602141"/>
            <a:ext cx="43330" cy="433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5411950" y="4831569"/>
            <a:ext cx="78359" cy="783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10640339" y="2469449"/>
            <a:ext cx="257673" cy="25767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5963480" y="162726"/>
            <a:ext cx="78357" cy="783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678521" y="2628391"/>
            <a:ext cx="55313" cy="553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1890072" y="3977801"/>
            <a:ext cx="56501" cy="565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11445307" y="402530"/>
            <a:ext cx="175445" cy="17544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9372124" y="331695"/>
            <a:ext cx="253000" cy="25300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9110" y="2827429"/>
            <a:ext cx="41559" cy="415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1" name="Shape 79"/>
          <p:cNvSpPr/>
          <p:nvPr/>
        </p:nvSpPr>
        <p:spPr>
          <a:xfrm>
            <a:off x="10740446" y="2492298"/>
            <a:ext cx="85729" cy="857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2" name="Shape 80"/>
          <p:cNvSpPr/>
          <p:nvPr/>
        </p:nvSpPr>
        <p:spPr>
          <a:xfrm>
            <a:off x="8282004" y="1724012"/>
            <a:ext cx="31279" cy="312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3" name="Shape 81"/>
          <p:cNvSpPr/>
          <p:nvPr/>
        </p:nvSpPr>
        <p:spPr>
          <a:xfrm>
            <a:off x="1323453" y="3160400"/>
            <a:ext cx="42598" cy="425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4" name="Shape 82"/>
          <p:cNvSpPr/>
          <p:nvPr/>
        </p:nvSpPr>
        <p:spPr>
          <a:xfrm>
            <a:off x="11361654" y="5052703"/>
            <a:ext cx="74251" cy="742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5" name="Shape 83"/>
          <p:cNvSpPr/>
          <p:nvPr/>
        </p:nvSpPr>
        <p:spPr>
          <a:xfrm>
            <a:off x="7326986" y="4797193"/>
            <a:ext cx="62600" cy="626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6" name="Shape 84"/>
          <p:cNvSpPr/>
          <p:nvPr/>
        </p:nvSpPr>
        <p:spPr>
          <a:xfrm>
            <a:off x="2005414" y="4023969"/>
            <a:ext cx="65777" cy="657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7" name="Shape 85"/>
          <p:cNvSpPr/>
          <p:nvPr/>
        </p:nvSpPr>
        <p:spPr>
          <a:xfrm>
            <a:off x="2281560" y="1859526"/>
            <a:ext cx="38193" cy="381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8" name="Shape 86"/>
          <p:cNvSpPr/>
          <p:nvPr/>
        </p:nvSpPr>
        <p:spPr>
          <a:xfrm>
            <a:off x="4574472" y="1307745"/>
            <a:ext cx="85620" cy="856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9" name="Shape 87"/>
          <p:cNvSpPr/>
          <p:nvPr/>
        </p:nvSpPr>
        <p:spPr>
          <a:xfrm>
            <a:off x="5650217" y="1168503"/>
            <a:ext cx="70218" cy="702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0" name="Shape 88"/>
          <p:cNvSpPr/>
          <p:nvPr/>
        </p:nvSpPr>
        <p:spPr>
          <a:xfrm>
            <a:off x="9311335" y="502920"/>
            <a:ext cx="2103120" cy="2103120"/>
          </a:xfrm>
          <a:prstGeom prst="ellipse">
            <a:avLst/>
          </a:prstGeom>
          <a:solidFill>
            <a:srgbClr val="F1EAD6"/>
          </a:solidFill>
          <a:ln/>
          <a:effectLst>
            <a:outerShdw sx="100000" sy="100000" kx="0" ky="0" algn="bl" rotWithShape="0" blurRad="508000" dist="50800" dir="16200000">
              <a:srgbClr val="FFF3C4">
                <a:alpha val="6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9905695" y="1051560"/>
            <a:ext cx="502920" cy="502920"/>
          </a:xfrm>
          <a:prstGeom prst="ellipse">
            <a:avLst/>
          </a:prstGeom>
          <a:solidFill>
            <a:srgbClr val="D8CFAF">
              <a:alpha val="6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0774375" y="1828800"/>
            <a:ext cx="320040" cy="320040"/>
          </a:xfrm>
          <a:prstGeom prst="ellipse">
            <a:avLst/>
          </a:prstGeom>
          <a:solidFill>
            <a:srgbClr val="D8CFAF">
              <a:alpha val="6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でんしゃトーク</a:t>
            </a:r>
            <a:endParaRPr lang="en-US" sz="3400" dirty="0"/>
          </a:p>
        </p:txBody>
      </p:sp>
      <p:sp>
        <p:nvSpPr>
          <p:cNvPr id="94" name="Text 92"/>
          <p:cNvSpPr/>
          <p:nvPr/>
        </p:nvSpPr>
        <p:spPr>
          <a:xfrm>
            <a:off x="731520" y="20574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ほしぞらのたんけん</a:t>
            </a:r>
            <a:endParaRPr lang="en-US" sz="5600" dirty="0"/>
          </a:p>
        </p:txBody>
      </p:sp>
      <p:sp>
        <p:nvSpPr>
          <p:cNvPr id="95" name="Text 93"/>
          <p:cNvSpPr/>
          <p:nvPr/>
        </p:nvSpPr>
        <p:spPr>
          <a:xfrm>
            <a:off x="77724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ちきゅうと おほしさまの えほん</a:t>
            </a:r>
            <a:endParaRPr lang="en-US" sz="2000" dirty="0"/>
          </a:p>
        </p:txBody>
      </p:sp>
      <p:sp>
        <p:nvSpPr>
          <p:cNvPr id="96" name="Shape 94"/>
          <p:cNvSpPr/>
          <p:nvPr/>
        </p:nvSpPr>
        <p:spPr>
          <a:xfrm>
            <a:off x="106081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02584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8" name="Shape 96"/>
          <p:cNvSpPr/>
          <p:nvPr/>
        </p:nvSpPr>
        <p:spPr>
          <a:xfrm>
            <a:off x="165152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9" name="Shape 97"/>
          <p:cNvSpPr/>
          <p:nvPr/>
        </p:nvSpPr>
        <p:spPr>
          <a:xfrm>
            <a:off x="101612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114126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237423" y="536182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572071" y="536182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6482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68353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132313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06" name="Text 104"/>
          <p:cNvSpPr/>
          <p:nvPr/>
        </p:nvSpPr>
        <p:spPr>
          <a:xfrm>
            <a:off x="124541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👑</a:t>
            </a:r>
            <a:endParaRPr lang="en-US" sz="2210" dirty="0"/>
          </a:p>
        </p:txBody>
      </p:sp>
      <p:sp>
        <p:nvSpPr>
          <p:cNvPr id="107" name="Shape 105"/>
          <p:cNvSpPr/>
          <p:nvPr/>
        </p:nvSpPr>
        <p:spPr>
          <a:xfrm>
            <a:off x="247813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244316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06884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43344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255858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54743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692633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989391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027282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58214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310085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274045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19" name="Text 117"/>
          <p:cNvSpPr/>
          <p:nvPr/>
        </p:nvSpPr>
        <p:spPr>
          <a:xfrm>
            <a:off x="266273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🔁</a:t>
            </a:r>
            <a:endParaRPr lang="en-US" sz="2210" dirty="0"/>
          </a:p>
        </p:txBody>
      </p:sp>
      <p:sp>
        <p:nvSpPr>
          <p:cNvPr id="120" name="Shape 118"/>
          <p:cNvSpPr/>
          <p:nvPr/>
        </p:nvSpPr>
        <p:spPr>
          <a:xfrm>
            <a:off x="389545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386048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48616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85076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397590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072063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109953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406711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444602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399946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451817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31" name="Text 129"/>
          <p:cNvSpPr/>
          <p:nvPr/>
        </p:nvSpPr>
        <p:spPr>
          <a:xfrm>
            <a:off x="415777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32" name="Text 130"/>
          <p:cNvSpPr/>
          <p:nvPr/>
        </p:nvSpPr>
        <p:spPr>
          <a:xfrm>
            <a:off x="408005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🎩</a:t>
            </a:r>
            <a:endParaRPr lang="en-US" sz="2210" dirty="0"/>
          </a:p>
        </p:txBody>
      </p:sp>
      <p:sp>
        <p:nvSpPr>
          <p:cNvPr id="133" name="Shape 131"/>
          <p:cNvSpPr/>
          <p:nvPr/>
        </p:nvSpPr>
        <p:spPr>
          <a:xfrm>
            <a:off x="531277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527780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90348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26808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539322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89383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527273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824031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861922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41678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593549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4" name="Text 142"/>
          <p:cNvSpPr/>
          <p:nvPr/>
        </p:nvSpPr>
        <p:spPr>
          <a:xfrm>
            <a:off x="557509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45" name="Text 143"/>
          <p:cNvSpPr/>
          <p:nvPr/>
        </p:nvSpPr>
        <p:spPr>
          <a:xfrm>
            <a:off x="549737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🎀</a:t>
            </a:r>
            <a:endParaRPr lang="en-US" sz="2210" dirty="0"/>
          </a:p>
        </p:txBody>
      </p:sp>
      <p:sp>
        <p:nvSpPr>
          <p:cNvPr id="146" name="Shape 144"/>
          <p:cNvSpPr/>
          <p:nvPr/>
        </p:nvSpPr>
        <p:spPr>
          <a:xfrm>
            <a:off x="673009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669512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2080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68540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681054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906703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2" name="Shape 150"/>
          <p:cNvSpPr/>
          <p:nvPr/>
        </p:nvSpPr>
        <p:spPr>
          <a:xfrm>
            <a:off x="6944593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241351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279242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83410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735281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7" name="Text 155"/>
          <p:cNvSpPr/>
          <p:nvPr/>
        </p:nvSpPr>
        <p:spPr>
          <a:xfrm>
            <a:off x="699241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58" name="Text 156"/>
          <p:cNvSpPr/>
          <p:nvPr/>
        </p:nvSpPr>
        <p:spPr>
          <a:xfrm>
            <a:off x="691469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🔥</a:t>
            </a:r>
            <a:endParaRPr lang="en-US" sz="2210" dirty="0"/>
          </a:p>
        </p:txBody>
      </p:sp>
      <p:sp>
        <p:nvSpPr>
          <p:cNvPr id="159" name="Shape 157"/>
          <p:cNvSpPr/>
          <p:nvPr/>
        </p:nvSpPr>
        <p:spPr>
          <a:xfrm>
            <a:off x="814741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811244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73812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10272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3" name="Shape 161"/>
          <p:cNvSpPr/>
          <p:nvPr/>
        </p:nvSpPr>
        <p:spPr>
          <a:xfrm>
            <a:off x="822786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24023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1913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658671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696562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25142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877013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70" name="Text 168"/>
          <p:cNvSpPr/>
          <p:nvPr/>
        </p:nvSpPr>
        <p:spPr>
          <a:xfrm>
            <a:off x="840973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71" name="Text 169"/>
          <p:cNvSpPr/>
          <p:nvPr/>
        </p:nvSpPr>
        <p:spPr>
          <a:xfrm>
            <a:off x="833201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🏖️</a:t>
            </a:r>
            <a:endParaRPr lang="en-US" sz="2210" dirty="0"/>
          </a:p>
        </p:txBody>
      </p:sp>
      <p:sp>
        <p:nvSpPr>
          <p:cNvPr id="172" name="Shape 170"/>
          <p:cNvSpPr/>
          <p:nvPr/>
        </p:nvSpPr>
        <p:spPr>
          <a:xfrm>
            <a:off x="9564738" y="600486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9529763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0155441" y="575614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520047" y="518099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6" name="Shape 174"/>
          <p:cNvSpPr/>
          <p:nvPr/>
        </p:nvSpPr>
        <p:spPr>
          <a:xfrm>
            <a:off x="9645183" y="527021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741343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779233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9" name="Shape 177"/>
          <p:cNvSpPr/>
          <p:nvPr/>
        </p:nvSpPr>
        <p:spPr>
          <a:xfrm>
            <a:off x="10075991" y="536182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80" name="Shape 178"/>
          <p:cNvSpPr/>
          <p:nvPr/>
        </p:nvSpPr>
        <p:spPr>
          <a:xfrm>
            <a:off x="10113882" y="536182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668745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10187451" y="545898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83" name="Text 181"/>
          <p:cNvSpPr/>
          <p:nvPr/>
        </p:nvSpPr>
        <p:spPr>
          <a:xfrm>
            <a:off x="9827057" y="544946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84" name="Text 182"/>
          <p:cNvSpPr/>
          <p:nvPr/>
        </p:nvSpPr>
        <p:spPr>
          <a:xfrm>
            <a:off x="9749333" y="485455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🌉</a:t>
            </a:r>
            <a:endParaRPr lang="en-US" sz="2210" dirty="0"/>
          </a:p>
        </p:txBody>
      </p:sp>
      <p:sp>
        <p:nvSpPr>
          <p:cNvPr id="185" name="Text 183"/>
          <p:cNvSpPr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でんしゃトークの なかまたち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" y="1804172"/>
            <a:ext cx="60154" cy="601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8976" y="3003244"/>
            <a:ext cx="33454" cy="334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371854" y="5962248"/>
            <a:ext cx="76526" cy="765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070057" y="474191"/>
            <a:ext cx="34276" cy="342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73202" y="105588"/>
            <a:ext cx="76515" cy="765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79724" y="2561775"/>
            <a:ext cx="38822" cy="388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0722" y="369355"/>
            <a:ext cx="39205" cy="392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43475" y="2759530"/>
            <a:ext cx="79960" cy="799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399494" y="651023"/>
            <a:ext cx="57654" cy="576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8" y="3516926"/>
            <a:ext cx="90293" cy="902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6023646" y="6618660"/>
            <a:ext cx="55936" cy="559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3694537" y="996960"/>
            <a:ext cx="44283" cy="442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49594" y="5985819"/>
            <a:ext cx="184643" cy="18464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5797747" y="3770622"/>
            <a:ext cx="73424" cy="734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862943" y="5454254"/>
            <a:ext cx="79817" cy="798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9866814" y="62036"/>
            <a:ext cx="29518" cy="295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865985" y="6775384"/>
            <a:ext cx="61503" cy="615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18011" y="1011542"/>
            <a:ext cx="27523" cy="275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6756194" y="5675920"/>
            <a:ext cx="93720" cy="9372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52586" y="686952"/>
            <a:ext cx="60910" cy="609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7993297" y="1719511"/>
            <a:ext cx="29463" cy="294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8979114" y="1776818"/>
            <a:ext cx="57673" cy="576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78476" y="5329656"/>
            <a:ext cx="57285" cy="572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8558942" y="182062"/>
            <a:ext cx="39096" cy="390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47926" y="4684160"/>
            <a:ext cx="61909" cy="619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909597" y="6417955"/>
            <a:ext cx="64200" cy="642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3748214" y="982817"/>
            <a:ext cx="66145" cy="661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840004" y="6837153"/>
            <a:ext cx="85725" cy="857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330939" y="5359355"/>
            <a:ext cx="43415" cy="434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3895674" y="2918100"/>
            <a:ext cx="54918" cy="549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2218653" y="3766251"/>
            <a:ext cx="27816" cy="278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655335" y="2877886"/>
            <a:ext cx="83490" cy="834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4410856" y="4355372"/>
            <a:ext cx="76973" cy="769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3665678" y="2487345"/>
            <a:ext cx="76822" cy="768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85381" y="2023563"/>
            <a:ext cx="38593" cy="385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2197153" y="6246387"/>
            <a:ext cx="34620" cy="346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1784617" y="5606644"/>
            <a:ext cx="45587" cy="455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147697" y="6700466"/>
            <a:ext cx="260506" cy="26050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3073058" y="2739870"/>
            <a:ext cx="68301" cy="683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3089672" y="2074596"/>
            <a:ext cx="43003" cy="430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6043222" y="6534739"/>
            <a:ext cx="77270" cy="772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691883" y="5509354"/>
            <a:ext cx="82030" cy="820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10911245" y="5627854"/>
            <a:ext cx="44226" cy="442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2247506" y="2224715"/>
            <a:ext cx="36529" cy="365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6170396" y="1853160"/>
            <a:ext cx="63680" cy="636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8522584" y="6203749"/>
            <a:ext cx="66982" cy="669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3697645" y="2952347"/>
            <a:ext cx="50423" cy="504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6098910" y="4949554"/>
            <a:ext cx="87761" cy="877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2447940" y="4355673"/>
            <a:ext cx="180552" cy="18055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1005869" y="1820644"/>
            <a:ext cx="83673" cy="836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4607995" y="2773466"/>
            <a:ext cx="89794" cy="897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8565145" y="3968261"/>
            <a:ext cx="32223" cy="322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2522070" y="5678815"/>
            <a:ext cx="37253" cy="372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29634" y="3151219"/>
            <a:ext cx="74704" cy="747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7332581" y="2832841"/>
            <a:ext cx="58376" cy="583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9412747" y="342727"/>
            <a:ext cx="86745" cy="867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5203960" y="6706344"/>
            <a:ext cx="48898" cy="488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4865821" y="5714551"/>
            <a:ext cx="74271" cy="742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1071609" y="1909199"/>
            <a:ext cx="255251" cy="25525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5255400" y="6117657"/>
            <a:ext cx="67851" cy="678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896112" y="1901952"/>
            <a:ext cx="1133856" cy="1133856"/>
          </a:xfrm>
          <a:prstGeom prst="ellipse">
            <a:avLst/>
          </a:prstGeom>
          <a:solidFill>
            <a:srgbClr val="F1EAD6"/>
          </a:solidFill>
          <a:ln/>
          <a:effectLst>
            <a:outerShdw sx="100000" sy="100000" kx="0" ky="0" algn="bl" rotWithShape="0" blurRad="508000" dist="50800" dir="16200000">
              <a:srgbClr val="FFF3C4">
                <a:alpha val="6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0" y="5212080"/>
            <a:ext cx="12191695" cy="164592"/>
          </a:xfrm>
          <a:prstGeom prst="rect">
            <a:avLst/>
          </a:prstGeom>
          <a:solidFill>
            <a:srgbClr val="3A3F55"/>
          </a:solidFill>
          <a:ln/>
        </p:spPr>
      </p:sp>
      <p:sp>
        <p:nvSpPr>
          <p:cNvPr id="82" name="Shape 80"/>
          <p:cNvSpPr/>
          <p:nvPr/>
        </p:nvSpPr>
        <p:spPr>
          <a:xfrm>
            <a:off x="126415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22301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195910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5" name="Shape 83"/>
          <p:cNvSpPr/>
          <p:nvPr/>
        </p:nvSpPr>
        <p:spPr>
          <a:xfrm>
            <a:off x="121158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35879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71928" y="4473852"/>
            <a:ext cx="137160" cy="13716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8" name="Shape 86"/>
          <p:cNvSpPr/>
          <p:nvPr/>
        </p:nvSpPr>
        <p:spPr>
          <a:xfrm>
            <a:off x="1865632" y="4473852"/>
            <a:ext cx="137160" cy="13716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9" name="Shape 87"/>
          <p:cNvSpPr/>
          <p:nvPr/>
        </p:nvSpPr>
        <p:spPr>
          <a:xfrm>
            <a:off x="138651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99676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157276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148132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93" name="Text 91"/>
          <p:cNvSpPr/>
          <p:nvPr/>
        </p:nvSpPr>
        <p:spPr>
          <a:xfrm>
            <a:off x="91440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ろまんちゃん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272719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268605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342214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7" name="Shape 95"/>
          <p:cNvSpPr/>
          <p:nvPr/>
        </p:nvSpPr>
        <p:spPr>
          <a:xfrm>
            <a:off x="267462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282183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93496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0" name="Shape 98"/>
          <p:cNvSpPr/>
          <p:nvPr/>
        </p:nvSpPr>
        <p:spPr>
          <a:xfrm>
            <a:off x="297954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2867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37324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84955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345980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303580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294436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07" name="Text 105"/>
          <p:cNvSpPr/>
          <p:nvPr/>
        </p:nvSpPr>
        <p:spPr>
          <a:xfrm>
            <a:off x="237744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やまのてん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19023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14909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88518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13766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428487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9800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44258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79171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83628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31259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492284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9" name="Text 117"/>
          <p:cNvSpPr/>
          <p:nvPr/>
        </p:nvSpPr>
        <p:spPr>
          <a:xfrm>
            <a:off x="449884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20" name="Text 118"/>
          <p:cNvSpPr/>
          <p:nvPr/>
        </p:nvSpPr>
        <p:spPr>
          <a:xfrm>
            <a:off x="440740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🎩</a:t>
            </a:r>
            <a:endParaRPr lang="en-US" sz="2600" dirty="0"/>
          </a:p>
        </p:txBody>
      </p:sp>
      <p:sp>
        <p:nvSpPr>
          <p:cNvPr id="121" name="Text 119"/>
          <p:cNvSpPr/>
          <p:nvPr/>
        </p:nvSpPr>
        <p:spPr>
          <a:xfrm>
            <a:off x="384048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ぎんじろう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565327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61213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4822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60070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574791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6104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90562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25475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29932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77563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638588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33" name="Text 131"/>
          <p:cNvSpPr/>
          <p:nvPr/>
        </p:nvSpPr>
        <p:spPr>
          <a:xfrm>
            <a:off x="596188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34" name="Text 132"/>
          <p:cNvSpPr/>
          <p:nvPr/>
        </p:nvSpPr>
        <p:spPr>
          <a:xfrm>
            <a:off x="587044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🎀</a:t>
            </a:r>
            <a:endParaRPr lang="en-US" sz="2600" dirty="0"/>
          </a:p>
        </p:txBody>
      </p:sp>
      <p:sp>
        <p:nvSpPr>
          <p:cNvPr id="135" name="Text 133"/>
          <p:cNvSpPr/>
          <p:nvPr/>
        </p:nvSpPr>
        <p:spPr>
          <a:xfrm>
            <a:off x="530352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まるこ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711631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707517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781126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706374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721095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32408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866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71779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76236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23867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784892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7" name="Text 145"/>
          <p:cNvSpPr/>
          <p:nvPr/>
        </p:nvSpPr>
        <p:spPr>
          <a:xfrm>
            <a:off x="742492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48" name="Text 146"/>
          <p:cNvSpPr/>
          <p:nvPr/>
        </p:nvSpPr>
        <p:spPr>
          <a:xfrm>
            <a:off x="733348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49" name="Text 147"/>
          <p:cNvSpPr/>
          <p:nvPr/>
        </p:nvSpPr>
        <p:spPr>
          <a:xfrm>
            <a:off x="676656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けいきゅん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857935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853821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27430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52678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867399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78712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6" name="Shape 154"/>
          <p:cNvSpPr/>
          <p:nvPr/>
        </p:nvSpPr>
        <p:spPr>
          <a:xfrm>
            <a:off x="883170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8083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22540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9" name="Shape 157"/>
          <p:cNvSpPr/>
          <p:nvPr/>
        </p:nvSpPr>
        <p:spPr>
          <a:xfrm>
            <a:off x="870171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931196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1" name="Text 159"/>
          <p:cNvSpPr/>
          <p:nvPr/>
        </p:nvSpPr>
        <p:spPr>
          <a:xfrm>
            <a:off x="888796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62" name="Text 160"/>
          <p:cNvSpPr/>
          <p:nvPr/>
        </p:nvSpPr>
        <p:spPr>
          <a:xfrm>
            <a:off x="879652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🏖️</a:t>
            </a:r>
            <a:endParaRPr lang="en-US" sz="2600" dirty="0"/>
          </a:p>
        </p:txBody>
      </p:sp>
      <p:sp>
        <p:nvSpPr>
          <p:cNvPr id="163" name="Text 161"/>
          <p:cNvSpPr/>
          <p:nvPr/>
        </p:nvSpPr>
        <p:spPr>
          <a:xfrm>
            <a:off x="822960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とうかいくん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1004239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1000125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073734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98982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8" name="Shape 166"/>
          <p:cNvSpPr/>
          <p:nvPr/>
        </p:nvSpPr>
        <p:spPr>
          <a:xfrm>
            <a:off x="1013703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5016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29474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64387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68844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16475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1077500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75" name="Text 173"/>
          <p:cNvSpPr/>
          <p:nvPr/>
        </p:nvSpPr>
        <p:spPr>
          <a:xfrm>
            <a:off x="1035100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76" name="Text 174"/>
          <p:cNvSpPr/>
          <p:nvPr/>
        </p:nvSpPr>
        <p:spPr>
          <a:xfrm>
            <a:off x="1025956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🌉</a:t>
            </a:r>
            <a:endParaRPr lang="en-US" sz="2600" dirty="0"/>
          </a:p>
        </p:txBody>
      </p:sp>
      <p:sp>
        <p:nvSpPr>
          <p:cNvPr id="177" name="Text 175"/>
          <p:cNvSpPr/>
          <p:nvPr/>
        </p:nvSpPr>
        <p:spPr>
          <a:xfrm>
            <a:off x="969264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うえとうくん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457200" y="36576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77240" y="475488"/>
            <a:ext cx="106372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よるになると、でんしゃたちはさいごのえきにあつまります。ひとばしのあいだ、みんなでそらをみあげました。</a:t>
            </a:r>
            <a:endParaRPr lang="en-US" sz="2000" dirty="0"/>
          </a:p>
        </p:txBody>
      </p:sp>
      <p:sp>
        <p:nvSpPr>
          <p:cNvPr id="180" name="Text 17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86" y="2706258"/>
            <a:ext cx="44510" cy="445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4312" y="4504866"/>
            <a:ext cx="36466" cy="364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934" y="5514372"/>
            <a:ext cx="37066" cy="370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6009238" y="711287"/>
            <a:ext cx="37698" cy="376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3956" y="158382"/>
            <a:ext cx="37049" cy="370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3077890" y="413662"/>
            <a:ext cx="76522" cy="765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5236" y="3983033"/>
            <a:ext cx="135274" cy="13527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3023517" y="710295"/>
            <a:ext cx="74219" cy="742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9599241" y="976535"/>
            <a:ext cx="122284" cy="12228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47115" y="1846389"/>
            <a:ext cx="89719" cy="897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9035468" y="6498990"/>
            <a:ext cx="38184" cy="381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37652" y="1495439"/>
            <a:ext cx="84713" cy="847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9974390" y="2120728"/>
            <a:ext cx="46601" cy="466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8696620" y="5655933"/>
            <a:ext cx="32411" cy="324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5602720" y="4752380"/>
            <a:ext cx="74006" cy="740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8704374" y="3522054"/>
            <a:ext cx="187693" cy="18769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703129" y="3305076"/>
            <a:ext cx="78538" cy="785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81168" y="1517313"/>
            <a:ext cx="59572" cy="595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34291" y="5084880"/>
            <a:ext cx="65148" cy="651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33032" y="1030428"/>
            <a:ext cx="45645" cy="456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5894098" y="2579267"/>
            <a:ext cx="30479" cy="304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7372823" y="6094226"/>
            <a:ext cx="40789" cy="407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71867" y="4565485"/>
            <a:ext cx="72211" cy="722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646718" y="3702093"/>
            <a:ext cx="76932" cy="769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2880194" y="3597240"/>
            <a:ext cx="79147" cy="791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0244" y="2768932"/>
            <a:ext cx="82584" cy="825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5622321" y="4903226"/>
            <a:ext cx="53497" cy="534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7355853" y="3397730"/>
            <a:ext cx="82868" cy="828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8092257" y="4610033"/>
            <a:ext cx="83410" cy="834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5843511" y="4377150"/>
            <a:ext cx="36657" cy="366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3327979" y="5649377"/>
            <a:ext cx="28008" cy="280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983003" y="887828"/>
            <a:ext cx="79515" cy="795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6616283" y="6533058"/>
            <a:ext cx="209218" cy="20921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5498518" y="302017"/>
            <a:ext cx="37510" cy="375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86376" y="3035344"/>
            <a:ext cx="76178" cy="761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9391578" y="5940581"/>
            <a:ext cx="70217" cy="702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1078" y="1551966"/>
            <a:ext cx="54665" cy="546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9221545" y="3192698"/>
            <a:ext cx="52529" cy="525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4609588" y="4109805"/>
            <a:ext cx="88736" cy="887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4634508" y="6540894"/>
            <a:ext cx="82793" cy="827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9064834" y="2944108"/>
            <a:ext cx="38182" cy="381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37825" y="4835031"/>
            <a:ext cx="45322" cy="453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71020" y="1583780"/>
            <a:ext cx="52623" cy="526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71258" y="3337073"/>
            <a:ext cx="41078" cy="410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9255595" y="2779740"/>
            <a:ext cx="49800" cy="498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592180" y="2447624"/>
            <a:ext cx="54753" cy="547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11642315" y="4428520"/>
            <a:ext cx="29914" cy="299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9148365" y="3995330"/>
            <a:ext cx="53918" cy="539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9767757" y="3104510"/>
            <a:ext cx="44556" cy="445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12956" y="6159966"/>
            <a:ext cx="47786" cy="477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816145" y="731200"/>
            <a:ext cx="88972" cy="889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6751871" y="5952392"/>
            <a:ext cx="66623" cy="666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3783105" y="1660222"/>
            <a:ext cx="74167" cy="741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3902756" y="1297829"/>
            <a:ext cx="66335" cy="663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4903024" y="820261"/>
            <a:ext cx="41843" cy="418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8023274" y="3943091"/>
            <a:ext cx="52393" cy="523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1710092" y="3201517"/>
            <a:ext cx="27626" cy="276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7298732" y="5142826"/>
            <a:ext cx="65686" cy="656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7703261" y="2863798"/>
            <a:ext cx="149705" cy="14970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7883101" y="2318486"/>
            <a:ext cx="88060" cy="880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7857698" y="2188914"/>
            <a:ext cx="53201" cy="532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1" name="Shape 79"/>
          <p:cNvSpPr/>
          <p:nvPr/>
        </p:nvSpPr>
        <p:spPr>
          <a:xfrm>
            <a:off x="1163992" y="4351791"/>
            <a:ext cx="91270" cy="912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2" name="Shape 80"/>
          <p:cNvSpPr/>
          <p:nvPr/>
        </p:nvSpPr>
        <p:spPr>
          <a:xfrm>
            <a:off x="10868467" y="5822792"/>
            <a:ext cx="27546" cy="275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3" name="Shape 81"/>
          <p:cNvSpPr/>
          <p:nvPr/>
        </p:nvSpPr>
        <p:spPr>
          <a:xfrm>
            <a:off x="3902026" y="1248190"/>
            <a:ext cx="88722" cy="887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4" name="Shape 82"/>
          <p:cNvSpPr/>
          <p:nvPr/>
        </p:nvSpPr>
        <p:spPr>
          <a:xfrm>
            <a:off x="578895" y="285882"/>
            <a:ext cx="66847" cy="668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5" name="Shape 83"/>
          <p:cNvSpPr/>
          <p:nvPr/>
        </p:nvSpPr>
        <p:spPr>
          <a:xfrm>
            <a:off x="2894076" y="4974336"/>
            <a:ext cx="1892808" cy="2194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2811780" y="4389120"/>
            <a:ext cx="585216" cy="58521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7" name="Shape 85"/>
          <p:cNvSpPr/>
          <p:nvPr/>
        </p:nvSpPr>
        <p:spPr>
          <a:xfrm>
            <a:off x="4283964" y="4389120"/>
            <a:ext cx="585216" cy="58521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8" name="Shape 86"/>
          <p:cNvSpPr/>
          <p:nvPr/>
        </p:nvSpPr>
        <p:spPr>
          <a:xfrm>
            <a:off x="2788920" y="3035808"/>
            <a:ext cx="2103120" cy="1499616"/>
          </a:xfrm>
          <a:prstGeom prst="roundRect">
            <a:avLst>
              <a:gd name="adj" fmla="val 731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083357" y="3245754"/>
            <a:ext cx="1514246" cy="839785"/>
          </a:xfrm>
          <a:prstGeom prst="roundRect">
            <a:avLst>
              <a:gd name="adj" fmla="val 8711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09616" y="3461304"/>
            <a:ext cx="274320" cy="27432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91" name="Shape 89"/>
          <p:cNvSpPr/>
          <p:nvPr/>
        </p:nvSpPr>
        <p:spPr>
          <a:xfrm>
            <a:off x="4097024" y="3461304"/>
            <a:ext cx="274320" cy="27432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92" name="Shape 90"/>
          <p:cNvSpPr/>
          <p:nvPr/>
        </p:nvSpPr>
        <p:spPr>
          <a:xfrm>
            <a:off x="3138799" y="3689904"/>
            <a:ext cx="182880" cy="1828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359281" y="3689904"/>
            <a:ext cx="182880" cy="1828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3511296" y="3667519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◡</a:t>
            </a:r>
            <a:endParaRPr lang="en-US" sz="4000" dirty="0"/>
          </a:p>
        </p:txBody>
      </p:sp>
      <p:sp>
        <p:nvSpPr>
          <p:cNvPr id="95" name="Text 93"/>
          <p:cNvSpPr/>
          <p:nvPr/>
        </p:nvSpPr>
        <p:spPr>
          <a:xfrm>
            <a:off x="3328416" y="2267712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96" name="Text 94"/>
          <p:cNvSpPr/>
          <p:nvPr/>
        </p:nvSpPr>
        <p:spPr>
          <a:xfrm>
            <a:off x="3017520" y="5193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ろまんちゃん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120640" y="24688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 rot="12000000">
            <a:off x="5559552" y="382219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57800" y="2542032"/>
            <a:ext cx="265176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あのほしまで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いって みたいな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8503920" y="1463040"/>
            <a:ext cx="365760" cy="36576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1" name="Shape 99"/>
          <p:cNvSpPr/>
          <p:nvPr/>
        </p:nvSpPr>
        <p:spPr>
          <a:xfrm>
            <a:off x="457200" y="557784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77240" y="5687568"/>
            <a:ext cx="106372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ろまんちゃんがそらをみていいました。「あのほしまで、いってみたいな。ひかっているかなあ。」</a:t>
            </a:r>
            <a:endParaRPr lang="en-US" sz="2000" dirty="0"/>
          </a:p>
        </p:txBody>
      </p:sp>
      <p:sp>
        <p:nvSpPr>
          <p:cNvPr id="103" name="Text 10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2" y="3608345"/>
            <a:ext cx="28867" cy="288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597953" y="6006488"/>
            <a:ext cx="39477" cy="394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8743709" y="5066496"/>
            <a:ext cx="61613" cy="616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948419" y="948382"/>
            <a:ext cx="41120" cy="411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8346404" y="211177"/>
            <a:ext cx="61591" cy="615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8167752" y="5123549"/>
            <a:ext cx="50213" cy="502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89750" y="738710"/>
            <a:ext cx="50978" cy="509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8095254" y="5519060"/>
            <a:ext cx="68479" cy="684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07292" y="1302047"/>
            <a:ext cx="87877" cy="878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8356" y="175852"/>
            <a:ext cx="89145" cy="891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47291" y="6379319"/>
            <a:ext cx="84440" cy="844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7389073" y="1993919"/>
            <a:ext cx="61135" cy="611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7492" y="5113638"/>
            <a:ext cx="31655" cy="316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95494" y="683244"/>
            <a:ext cx="55407" cy="554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534191" y="4050507"/>
            <a:ext cx="68194" cy="681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7541933" y="124072"/>
            <a:ext cx="31603" cy="316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40274" y="6692768"/>
            <a:ext cx="31566" cy="315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9644326" y="2023085"/>
            <a:ext cx="27613" cy="276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320692" y="4493840"/>
            <a:ext cx="35048" cy="350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9313478" y="1373904"/>
            <a:ext cx="30380" cy="303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3794899" y="3439023"/>
            <a:ext cx="31495" cy="314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5766532" y="3553635"/>
            <a:ext cx="87913" cy="879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65258" y="3801313"/>
            <a:ext cx="87137" cy="871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4926188" y="364124"/>
            <a:ext cx="50760" cy="507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7904157" y="2510320"/>
            <a:ext cx="32378" cy="323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819195" y="5977909"/>
            <a:ext cx="36960" cy="369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7496428" y="1965635"/>
            <a:ext cx="40850" cy="408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680008" y="6816307"/>
            <a:ext cx="240033" cy="24003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2661879" y="3860711"/>
            <a:ext cx="59397" cy="593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7791348" y="5836200"/>
            <a:ext cx="82405" cy="824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4437306" y="674502"/>
            <a:ext cx="28200" cy="282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1310670" y="5755771"/>
            <a:ext cx="226619" cy="22661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8821711" y="1852745"/>
            <a:ext cx="62506" cy="625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7331357" y="4974689"/>
            <a:ext cx="62205" cy="622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79066" y="4047125"/>
            <a:ext cx="49755" cy="497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4394307" y="5634775"/>
            <a:ext cx="41807" cy="418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1377539" y="4355288"/>
            <a:ext cx="63742" cy="637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103698" y="6542931"/>
            <a:ext cx="82231" cy="822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6146117" y="5479739"/>
            <a:ext cx="45162" cy="451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6179344" y="4149193"/>
            <a:ext cx="58574" cy="585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12086445" y="6211477"/>
            <a:ext cx="63101" cy="631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1383766" y="4160707"/>
            <a:ext cx="72621" cy="726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9630795" y="4397707"/>
            <a:ext cx="61020" cy="610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4495011" y="4449431"/>
            <a:ext cx="45627" cy="456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149098" y="3706320"/>
            <a:ext cx="35920" cy="359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4853472" y="5549498"/>
            <a:ext cx="42524" cy="425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7395290" y="5904694"/>
            <a:ext cx="73413" cy="734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6125" y="3041107"/>
            <a:ext cx="84082" cy="840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4895879" y="1853347"/>
            <a:ext cx="28928" cy="289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9820042" y="3641288"/>
            <a:ext cx="75907" cy="759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9215991" y="5546933"/>
            <a:ext cx="88149" cy="881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4938596" y="1078522"/>
            <a:ext cx="37014" cy="370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5044140" y="4499629"/>
            <a:ext cx="47074" cy="470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9267574" y="6302438"/>
            <a:ext cx="57967" cy="579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2473467" y="5665681"/>
            <a:ext cx="89319" cy="893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6633800" y="685455"/>
            <a:ext cx="82049" cy="820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10407920" y="6554689"/>
            <a:ext cx="70363" cy="703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9731643" y="4571101"/>
            <a:ext cx="57102" cy="571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2143217" y="3818397"/>
            <a:ext cx="236182" cy="23618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10510801" y="5377315"/>
            <a:ext cx="44262" cy="442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1097280" y="56692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1" name="Shape 79"/>
          <p:cNvSpPr/>
          <p:nvPr/>
        </p:nvSpPr>
        <p:spPr>
          <a:xfrm>
            <a:off x="2062480" y="52628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2" name="Shape 80"/>
          <p:cNvSpPr/>
          <p:nvPr/>
        </p:nvSpPr>
        <p:spPr>
          <a:xfrm>
            <a:off x="3027680" y="48564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3" name="Shape 81"/>
          <p:cNvSpPr/>
          <p:nvPr/>
        </p:nvSpPr>
        <p:spPr>
          <a:xfrm>
            <a:off x="3992880" y="44500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4" name="Shape 82"/>
          <p:cNvSpPr/>
          <p:nvPr/>
        </p:nvSpPr>
        <p:spPr>
          <a:xfrm>
            <a:off x="4958080" y="40436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5" name="Shape 83"/>
          <p:cNvSpPr/>
          <p:nvPr/>
        </p:nvSpPr>
        <p:spPr>
          <a:xfrm>
            <a:off x="5923280" y="36372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6" name="Shape 84"/>
          <p:cNvSpPr/>
          <p:nvPr/>
        </p:nvSpPr>
        <p:spPr>
          <a:xfrm>
            <a:off x="6888480" y="32308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7" name="Shape 85"/>
          <p:cNvSpPr/>
          <p:nvPr/>
        </p:nvSpPr>
        <p:spPr>
          <a:xfrm>
            <a:off x="7853680" y="28244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8" name="Shape 86"/>
          <p:cNvSpPr/>
          <p:nvPr/>
        </p:nvSpPr>
        <p:spPr>
          <a:xfrm>
            <a:off x="8818880" y="24180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9" name="Shape 87"/>
          <p:cNvSpPr/>
          <p:nvPr/>
        </p:nvSpPr>
        <p:spPr>
          <a:xfrm>
            <a:off x="9784080" y="2011680"/>
            <a:ext cx="201168" cy="201168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90" name="Shape 88"/>
          <p:cNvSpPr/>
          <p:nvPr/>
        </p:nvSpPr>
        <p:spPr>
          <a:xfrm>
            <a:off x="1308278" y="5963717"/>
            <a:ext cx="1041044" cy="120701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263015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2" name="Shape 90"/>
          <p:cNvSpPr/>
          <p:nvPr/>
        </p:nvSpPr>
        <p:spPr>
          <a:xfrm>
            <a:off x="2072716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1250442" y="4897526"/>
            <a:ext cx="1156716" cy="824789"/>
          </a:xfrm>
          <a:prstGeom prst="roundRect">
            <a:avLst>
              <a:gd name="adj" fmla="val 13304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412382" y="5012997"/>
            <a:ext cx="832836" cy="461882"/>
          </a:xfrm>
          <a:prstGeom prst="roundRect">
            <a:avLst>
              <a:gd name="adj" fmla="val 15838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536825" y="513154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1585859" y="513154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1969899" y="513154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8" name="Shape 96"/>
          <p:cNvSpPr/>
          <p:nvPr/>
        </p:nvSpPr>
        <p:spPr>
          <a:xfrm>
            <a:off x="2018934" y="513154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9" name="Shape 97"/>
          <p:cNvSpPr/>
          <p:nvPr/>
        </p:nvSpPr>
        <p:spPr>
          <a:xfrm>
            <a:off x="1442875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2114141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1647749" y="5244968"/>
            <a:ext cx="36210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200" dirty="0"/>
          </a:p>
        </p:txBody>
      </p:sp>
      <p:sp>
        <p:nvSpPr>
          <p:cNvPr id="102" name="Text 100"/>
          <p:cNvSpPr/>
          <p:nvPr/>
        </p:nvSpPr>
        <p:spPr>
          <a:xfrm>
            <a:off x="1547165" y="4475074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</a:rPr>
              <a:t>🔁</a:t>
            </a:r>
            <a:endParaRPr lang="en-US" sz="2860" dirty="0"/>
          </a:p>
        </p:txBody>
      </p:sp>
      <p:sp>
        <p:nvSpPr>
          <p:cNvPr id="103" name="Text 101"/>
          <p:cNvSpPr/>
          <p:nvPr/>
        </p:nvSpPr>
        <p:spPr>
          <a:xfrm>
            <a:off x="1005840" y="608441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やまのてん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2771318" y="5963717"/>
            <a:ext cx="1041044" cy="120701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2726055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535756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713482" y="4897526"/>
            <a:ext cx="1156716" cy="824789"/>
          </a:xfrm>
          <a:prstGeom prst="roundRect">
            <a:avLst>
              <a:gd name="adj" fmla="val 13304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2875422" y="5012997"/>
            <a:ext cx="832836" cy="461882"/>
          </a:xfrm>
          <a:prstGeom prst="roundRect">
            <a:avLst>
              <a:gd name="adj" fmla="val 15838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999865" y="5131549"/>
            <a:ext cx="150876" cy="15087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432939" y="5131549"/>
            <a:ext cx="150876" cy="15087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905915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577181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3110789" y="5244968"/>
            <a:ext cx="36210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3010205" y="4475074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</a:rPr>
              <a:t>👑</a:t>
            </a:r>
            <a:endParaRPr lang="en-US" sz="2860" dirty="0"/>
          </a:p>
        </p:txBody>
      </p:sp>
      <p:sp>
        <p:nvSpPr>
          <p:cNvPr id="115" name="Text 113"/>
          <p:cNvSpPr/>
          <p:nvPr/>
        </p:nvSpPr>
        <p:spPr>
          <a:xfrm>
            <a:off x="2468880" y="608441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ろまんちゃん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234358" y="5963717"/>
            <a:ext cx="1041044" cy="120701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189095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998796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176522" y="4897526"/>
            <a:ext cx="1156716" cy="824789"/>
          </a:xfrm>
          <a:prstGeom prst="roundRect">
            <a:avLst>
              <a:gd name="adj" fmla="val 13304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4338462" y="5012997"/>
            <a:ext cx="832836" cy="461882"/>
          </a:xfrm>
          <a:prstGeom prst="roundRect">
            <a:avLst>
              <a:gd name="adj" fmla="val 15838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462905" y="513154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511939" y="513154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895979" y="513154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945014" y="513154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368955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040221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4573829" y="5244968"/>
            <a:ext cx="36210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200" dirty="0"/>
          </a:p>
        </p:txBody>
      </p:sp>
      <p:sp>
        <p:nvSpPr>
          <p:cNvPr id="128" name="Text 126"/>
          <p:cNvSpPr/>
          <p:nvPr/>
        </p:nvSpPr>
        <p:spPr>
          <a:xfrm>
            <a:off x="4473245" y="4475074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</a:rPr>
              <a:t>🎩</a:t>
            </a:r>
            <a:endParaRPr lang="en-US" sz="2860" dirty="0"/>
          </a:p>
        </p:txBody>
      </p:sp>
      <p:sp>
        <p:nvSpPr>
          <p:cNvPr id="129" name="Text 127"/>
          <p:cNvSpPr/>
          <p:nvPr/>
        </p:nvSpPr>
        <p:spPr>
          <a:xfrm>
            <a:off x="3931920" y="608441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ぎんじろう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5697398" y="5963717"/>
            <a:ext cx="1041044" cy="120701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5652135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461836" y="564184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639562" y="4897526"/>
            <a:ext cx="1156716" cy="824789"/>
          </a:xfrm>
          <a:prstGeom prst="roundRect">
            <a:avLst>
              <a:gd name="adj" fmla="val 13304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5801502" y="5012997"/>
            <a:ext cx="832836" cy="461882"/>
          </a:xfrm>
          <a:prstGeom prst="roundRect">
            <a:avLst>
              <a:gd name="adj" fmla="val 15838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925945" y="513154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974979" y="513154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359019" y="513154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408054" y="513154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831995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503261" y="525727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1" name="Text 139"/>
          <p:cNvSpPr/>
          <p:nvPr/>
        </p:nvSpPr>
        <p:spPr>
          <a:xfrm>
            <a:off x="6036869" y="5244968"/>
            <a:ext cx="36210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200" dirty="0"/>
          </a:p>
        </p:txBody>
      </p:sp>
      <p:sp>
        <p:nvSpPr>
          <p:cNvPr id="142" name="Text 140"/>
          <p:cNvSpPr/>
          <p:nvPr/>
        </p:nvSpPr>
        <p:spPr>
          <a:xfrm>
            <a:off x="5936285" y="4475074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</a:rPr>
              <a:t>🎀</a:t>
            </a:r>
            <a:endParaRPr lang="en-US" sz="2860" dirty="0"/>
          </a:p>
        </p:txBody>
      </p:sp>
      <p:sp>
        <p:nvSpPr>
          <p:cNvPr id="143" name="Text 141"/>
          <p:cNvSpPr/>
          <p:nvPr/>
        </p:nvSpPr>
        <p:spPr>
          <a:xfrm>
            <a:off x="5394960" y="608441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まるこ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1005840" y="283464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45" name="Shape 143"/>
          <p:cNvSpPr/>
          <p:nvPr/>
        </p:nvSpPr>
        <p:spPr>
          <a:xfrm rot="12000000">
            <a:off x="1321308" y="391363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4F7A0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143000" y="2907792"/>
            <a:ext cx="18288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じゃあ、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みんなで いこう!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457200" y="32004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77240" y="429768"/>
            <a:ext cx="106372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「じゃあ、みんなでいこう!」やまのてんがいいました。ぴかっとひかるせんろが、そらにあらわれました。</a:t>
            </a:r>
            <a:endParaRPr lang="en-US" sz="2000" dirty="0"/>
          </a:p>
        </p:txBody>
      </p:sp>
      <p:sp>
        <p:nvSpPr>
          <p:cNvPr id="149" name="Text 14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7" y="4510431"/>
            <a:ext cx="77232" cy="772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8093288" y="650110"/>
            <a:ext cx="42488" cy="424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33788" y="4618619"/>
            <a:ext cx="86160" cy="861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887600" y="1185478"/>
            <a:ext cx="44542" cy="445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337158" y="263971"/>
            <a:ext cx="86132" cy="861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5918" y="2975436"/>
            <a:ext cx="87912" cy="879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2814263" y="4352388"/>
            <a:ext cx="56864" cy="568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975296" y="3469825"/>
            <a:ext cx="62739" cy="627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3807039" y="1627558"/>
            <a:ext cx="70984" cy="709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989597" y="5363316"/>
            <a:ext cx="88572" cy="885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2867419" y="6259649"/>
            <a:ext cx="66688" cy="666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3140494" y="2492399"/>
            <a:ext cx="37556" cy="375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4432289" y="1248547"/>
            <a:ext cx="80717" cy="807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2302672" y="2568556"/>
            <a:ext cx="78403" cy="784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5273968" y="3348634"/>
            <a:ext cx="62383" cy="623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6379493" y="3584090"/>
            <a:ext cx="64650" cy="646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77419" y="3222461"/>
            <a:ext cx="48601" cy="486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9007483" y="2528856"/>
            <a:ext cx="178987" cy="17898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4698789" y="3902800"/>
            <a:ext cx="68956" cy="689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8593923" y="1717380"/>
            <a:ext cx="79123" cy="791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695700" y="4298779"/>
            <a:ext cx="32510" cy="325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4160241" y="1013044"/>
            <a:ext cx="71029" cy="710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58648" y="3037141"/>
            <a:ext cx="38056" cy="380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9205659" y="3884155"/>
            <a:ext cx="88596" cy="885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736425" y="1423400"/>
            <a:ext cx="49616" cy="496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8369841" y="2328887"/>
            <a:ext cx="55343" cy="553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9370536" y="5886043"/>
            <a:ext cx="28202" cy="282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8195857" y="3376883"/>
            <a:ext cx="77154" cy="771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9423196" y="3111388"/>
            <a:ext cx="35385" cy="353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9739185" y="437249"/>
            <a:ext cx="64144" cy="641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5546632" y="2557628"/>
            <a:ext cx="28392" cy="283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1638338" y="3765714"/>
            <a:ext cx="71565" cy="715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11027139" y="4030431"/>
            <a:ext cx="55272" cy="552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9164196" y="2789362"/>
            <a:ext cx="260700" cy="26070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80061" y="5058907"/>
            <a:ext cx="87339" cy="873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8731" y="5328969"/>
            <a:ext cx="77405" cy="774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1173999" y="300610"/>
            <a:ext cx="72820" cy="728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3177546" y="3035164"/>
            <a:ext cx="47924" cy="479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7682646" y="6849674"/>
            <a:ext cx="65597" cy="655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7724180" y="1757491"/>
            <a:ext cx="34356" cy="343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2916361" y="2620847"/>
            <a:ext cx="88020" cy="880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1729708" y="3486384"/>
            <a:ext cx="35912" cy="359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8990569" y="353634"/>
            <a:ext cx="69418" cy="694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5618764" y="5561788"/>
            <a:ext cx="50175" cy="501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3234296" y="4632900"/>
            <a:ext cx="86048" cy="860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9114764" y="1793373"/>
            <a:ext cx="30295" cy="302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3148265" y="522867"/>
            <a:ext cx="52905" cy="529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055580" y="2086884"/>
            <a:ext cx="50239" cy="502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24002" y="602183"/>
            <a:ext cx="77308" cy="773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9227129" y="1122610"/>
            <a:ext cx="40019" cy="400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5424141" y="3504666"/>
            <a:ext cx="87326" cy="873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3125321" y="3062653"/>
            <a:ext cx="71414" cy="714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6305175" y="481037"/>
            <a:ext cx="83988" cy="839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2440696" y="4449048"/>
            <a:ext cx="49599" cy="495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43910" y="3653101"/>
            <a:ext cx="72787" cy="727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5244326" y="4285818"/>
            <a:ext cx="47698" cy="476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6914052" y="3049861"/>
            <a:ext cx="49092" cy="490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12164553" y="3999376"/>
            <a:ext cx="48517" cy="485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8774869" y="4772997"/>
            <a:ext cx="130636" cy="13063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946806" y="1578143"/>
            <a:ext cx="64471" cy="644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4968367" y="1362190"/>
            <a:ext cx="49045" cy="490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1" name="Shape 79"/>
          <p:cNvSpPr/>
          <p:nvPr/>
        </p:nvSpPr>
        <p:spPr>
          <a:xfrm>
            <a:off x="10067784" y="394985"/>
            <a:ext cx="91157" cy="911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2" name="Shape 80"/>
          <p:cNvSpPr/>
          <p:nvPr/>
        </p:nvSpPr>
        <p:spPr>
          <a:xfrm>
            <a:off x="1858518" y="560654"/>
            <a:ext cx="27622" cy="276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3" name="Shape 81"/>
          <p:cNvSpPr/>
          <p:nvPr/>
        </p:nvSpPr>
        <p:spPr>
          <a:xfrm>
            <a:off x="10567275" y="4366317"/>
            <a:ext cx="65574" cy="655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4" name="Shape 82"/>
          <p:cNvSpPr/>
          <p:nvPr/>
        </p:nvSpPr>
        <p:spPr>
          <a:xfrm>
            <a:off x="5028723" y="2762470"/>
            <a:ext cx="29116" cy="291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5" name="Shape 83"/>
          <p:cNvSpPr/>
          <p:nvPr/>
        </p:nvSpPr>
        <p:spPr>
          <a:xfrm>
            <a:off x="6639634" y="984396"/>
            <a:ext cx="57691" cy="576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6" name="Shape 84"/>
          <p:cNvSpPr/>
          <p:nvPr/>
        </p:nvSpPr>
        <p:spPr>
          <a:xfrm>
            <a:off x="9997486" y="1014018"/>
            <a:ext cx="31865" cy="318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7" name="Shape 85"/>
          <p:cNvSpPr/>
          <p:nvPr/>
        </p:nvSpPr>
        <p:spPr>
          <a:xfrm>
            <a:off x="4941343" y="6474749"/>
            <a:ext cx="76129" cy="761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8" name="Shape 86"/>
          <p:cNvSpPr/>
          <p:nvPr/>
        </p:nvSpPr>
        <p:spPr>
          <a:xfrm>
            <a:off x="11573185" y="2373374"/>
            <a:ext cx="56930" cy="569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9" name="Shape 87"/>
          <p:cNvSpPr/>
          <p:nvPr/>
        </p:nvSpPr>
        <p:spPr>
          <a:xfrm>
            <a:off x="10781471" y="6304738"/>
            <a:ext cx="34620" cy="346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0" name="Shape 88"/>
          <p:cNvSpPr/>
          <p:nvPr/>
        </p:nvSpPr>
        <p:spPr>
          <a:xfrm>
            <a:off x="1379258" y="577809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340168" y="55001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2" name="Shape 90"/>
          <p:cNvSpPr/>
          <p:nvPr/>
        </p:nvSpPr>
        <p:spPr>
          <a:xfrm>
            <a:off x="2039455" y="55001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1329309" y="485729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469166" y="495701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576640" y="5059403"/>
            <a:ext cx="130302" cy="13030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96" name="Shape 94"/>
          <p:cNvSpPr/>
          <p:nvPr/>
        </p:nvSpPr>
        <p:spPr>
          <a:xfrm>
            <a:off x="1950658" y="5059403"/>
            <a:ext cx="130302" cy="13030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97" name="Shape 95"/>
          <p:cNvSpPr/>
          <p:nvPr/>
        </p:nvSpPr>
        <p:spPr>
          <a:xfrm>
            <a:off x="1495501" y="51679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2075231" y="51679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1672438" y="515735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00" name="Text 98"/>
          <p:cNvSpPr/>
          <p:nvPr/>
        </p:nvSpPr>
        <p:spPr>
          <a:xfrm>
            <a:off x="1585570" y="4492447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👑</a:t>
            </a:r>
            <a:endParaRPr lang="en-US" sz="2470" dirty="0"/>
          </a:p>
        </p:txBody>
      </p:sp>
      <p:sp>
        <p:nvSpPr>
          <p:cNvPr id="101" name="Text 99"/>
          <p:cNvSpPr/>
          <p:nvPr/>
        </p:nvSpPr>
        <p:spPr>
          <a:xfrm>
            <a:off x="1005840" y="5806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2567978" y="486369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2528888" y="45857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228175" y="45857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518029" y="394289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2657886" y="404261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765360" y="414500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807708" y="414500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139378" y="414500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181727" y="414500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684221" y="42535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263951" y="42535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2861158" y="424295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14" name="Text 112"/>
          <p:cNvSpPr/>
          <p:nvPr/>
        </p:nvSpPr>
        <p:spPr>
          <a:xfrm>
            <a:off x="2774290" y="3578047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🔁</a:t>
            </a:r>
            <a:endParaRPr lang="en-US" sz="2470" dirty="0"/>
          </a:p>
        </p:txBody>
      </p:sp>
      <p:sp>
        <p:nvSpPr>
          <p:cNvPr id="115" name="Text 113"/>
          <p:cNvSpPr/>
          <p:nvPr/>
        </p:nvSpPr>
        <p:spPr>
          <a:xfrm>
            <a:off x="2194560" y="4892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3848138" y="394929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3809048" y="36713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508335" y="36713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798189" y="302849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3938046" y="312821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045520" y="323060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087868" y="323060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419538" y="323060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461887" y="323060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964381" y="33391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4544111" y="33391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4141318" y="332855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28" name="Text 126"/>
          <p:cNvSpPr/>
          <p:nvPr/>
        </p:nvSpPr>
        <p:spPr>
          <a:xfrm>
            <a:off x="4054450" y="2663647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🎩</a:t>
            </a:r>
            <a:endParaRPr lang="en-US" sz="2470" dirty="0"/>
          </a:p>
        </p:txBody>
      </p:sp>
      <p:sp>
        <p:nvSpPr>
          <p:cNvPr id="129" name="Text 127"/>
          <p:cNvSpPr/>
          <p:nvPr/>
        </p:nvSpPr>
        <p:spPr>
          <a:xfrm>
            <a:off x="3474720" y="3977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30" name="Shape 128"/>
          <p:cNvSpPr/>
          <p:nvPr/>
        </p:nvSpPr>
        <p:spPr>
          <a:xfrm>
            <a:off x="5128298" y="303489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5089208" y="27569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788495" y="275691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078349" y="211409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5218206" y="221381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325680" y="231620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368028" y="231620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7" name="Shape 135"/>
          <p:cNvSpPr/>
          <p:nvPr/>
        </p:nvSpPr>
        <p:spPr>
          <a:xfrm>
            <a:off x="5699698" y="231620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742047" y="231620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244541" y="24247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5824271" y="242478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1" name="Text 139"/>
          <p:cNvSpPr/>
          <p:nvPr/>
        </p:nvSpPr>
        <p:spPr>
          <a:xfrm>
            <a:off x="5421478" y="241415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42" name="Text 140"/>
          <p:cNvSpPr/>
          <p:nvPr/>
        </p:nvSpPr>
        <p:spPr>
          <a:xfrm>
            <a:off x="5334610" y="1749247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🎀</a:t>
            </a:r>
            <a:endParaRPr lang="en-US" sz="2470" dirty="0"/>
          </a:p>
        </p:txBody>
      </p:sp>
      <p:sp>
        <p:nvSpPr>
          <p:cNvPr id="143" name="Text 141"/>
          <p:cNvSpPr/>
          <p:nvPr/>
        </p:nvSpPr>
        <p:spPr>
          <a:xfrm>
            <a:off x="475488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44" name="Shape 142"/>
          <p:cNvSpPr/>
          <p:nvPr/>
        </p:nvSpPr>
        <p:spPr>
          <a:xfrm>
            <a:off x="6408458" y="221193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6369368" y="193395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068655" y="193395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6358509" y="129113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8" name="Shape 146"/>
          <p:cNvSpPr/>
          <p:nvPr/>
        </p:nvSpPr>
        <p:spPr>
          <a:xfrm>
            <a:off x="6498366" y="139085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05840" y="149324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6648188" y="149324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1" name="Shape 149"/>
          <p:cNvSpPr/>
          <p:nvPr/>
        </p:nvSpPr>
        <p:spPr>
          <a:xfrm>
            <a:off x="6979858" y="149324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022207" y="149324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3" name="Shape 151"/>
          <p:cNvSpPr/>
          <p:nvPr/>
        </p:nvSpPr>
        <p:spPr>
          <a:xfrm>
            <a:off x="6524701" y="160182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7104431" y="160182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5" name="Text 153"/>
          <p:cNvSpPr/>
          <p:nvPr/>
        </p:nvSpPr>
        <p:spPr>
          <a:xfrm>
            <a:off x="6701638" y="159119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56" name="Text 154"/>
          <p:cNvSpPr/>
          <p:nvPr/>
        </p:nvSpPr>
        <p:spPr>
          <a:xfrm>
            <a:off x="6614770" y="926287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🔥</a:t>
            </a:r>
            <a:endParaRPr lang="en-US" sz="2470" dirty="0"/>
          </a:p>
        </p:txBody>
      </p:sp>
      <p:sp>
        <p:nvSpPr>
          <p:cNvPr id="157" name="Text 155"/>
          <p:cNvSpPr/>
          <p:nvPr/>
        </p:nvSpPr>
        <p:spPr>
          <a:xfrm>
            <a:off x="6035040" y="2240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58" name="Shape 156"/>
          <p:cNvSpPr/>
          <p:nvPr/>
        </p:nvSpPr>
        <p:spPr>
          <a:xfrm>
            <a:off x="7688618" y="148041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7649528" y="120243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0" name="Shape 158"/>
          <p:cNvSpPr/>
          <p:nvPr/>
        </p:nvSpPr>
        <p:spPr>
          <a:xfrm>
            <a:off x="8348815" y="120243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638669" y="55961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7778526" y="65933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886000" y="76172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928348" y="76172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260018" y="76172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02367" y="76172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7" name="Shape 165"/>
          <p:cNvSpPr/>
          <p:nvPr/>
        </p:nvSpPr>
        <p:spPr>
          <a:xfrm>
            <a:off x="7804861" y="87030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8384591" y="87030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9" name="Text 167"/>
          <p:cNvSpPr/>
          <p:nvPr/>
        </p:nvSpPr>
        <p:spPr>
          <a:xfrm>
            <a:off x="7981798" y="85967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70" name="Text 168"/>
          <p:cNvSpPr/>
          <p:nvPr/>
        </p:nvSpPr>
        <p:spPr>
          <a:xfrm>
            <a:off x="7894930" y="194767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🏖️</a:t>
            </a:r>
            <a:endParaRPr lang="en-US" sz="2470" dirty="0"/>
          </a:p>
        </p:txBody>
      </p:sp>
      <p:sp>
        <p:nvSpPr>
          <p:cNvPr id="171" name="Text 169"/>
          <p:cNvSpPr/>
          <p:nvPr/>
        </p:nvSpPr>
        <p:spPr>
          <a:xfrm>
            <a:off x="731520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72" name="Shape 170"/>
          <p:cNvSpPr/>
          <p:nvPr/>
        </p:nvSpPr>
        <p:spPr>
          <a:xfrm>
            <a:off x="8877338" y="931774"/>
            <a:ext cx="899084" cy="10424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8838247" y="65379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537535" y="653796"/>
            <a:ext cx="277978" cy="27797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27389" y="10973"/>
            <a:ext cx="998982" cy="712318"/>
          </a:xfrm>
          <a:prstGeom prst="roundRect">
            <a:avLst>
              <a:gd name="adj" fmla="val 15404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6" name="Shape 174"/>
          <p:cNvSpPr/>
          <p:nvPr/>
        </p:nvSpPr>
        <p:spPr>
          <a:xfrm>
            <a:off x="8967246" y="110697"/>
            <a:ext cx="719267" cy="398898"/>
          </a:xfrm>
          <a:prstGeom prst="roundRect">
            <a:avLst>
              <a:gd name="adj" fmla="val 18339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074720" y="21308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117068" y="21308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448738" y="213083"/>
            <a:ext cx="130302" cy="13030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491087" y="213083"/>
            <a:ext cx="39091" cy="39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993581" y="32166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9573311" y="321668"/>
            <a:ext cx="86868" cy="8686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83" name="Text 181"/>
          <p:cNvSpPr/>
          <p:nvPr/>
        </p:nvSpPr>
        <p:spPr>
          <a:xfrm>
            <a:off x="9170518" y="311036"/>
            <a:ext cx="312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900" dirty="0"/>
          </a:p>
        </p:txBody>
      </p:sp>
      <p:sp>
        <p:nvSpPr>
          <p:cNvPr id="184" name="Text 182"/>
          <p:cNvSpPr/>
          <p:nvPr/>
        </p:nvSpPr>
        <p:spPr>
          <a:xfrm>
            <a:off x="9083650" y="-353873"/>
            <a:ext cx="4864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🌉</a:t>
            </a:r>
            <a:endParaRPr lang="en-US" sz="2470" dirty="0"/>
          </a:p>
        </p:txBody>
      </p:sp>
      <p:sp>
        <p:nvSpPr>
          <p:cNvPr id="185" name="Text 183"/>
          <p:cNvSpPr/>
          <p:nvPr/>
        </p:nvSpPr>
        <p:spPr>
          <a:xfrm>
            <a:off x="8503920" y="960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〇</a:t>
            </a:r>
            <a:endParaRPr lang="en-US" sz="1800" dirty="0"/>
          </a:p>
        </p:txBody>
      </p:sp>
      <p:sp>
        <p:nvSpPr>
          <p:cNvPr id="186" name="Shape 184"/>
          <p:cNvSpPr/>
          <p:nvPr/>
        </p:nvSpPr>
        <p:spPr>
          <a:xfrm>
            <a:off x="457200" y="5532120"/>
            <a:ext cx="11277295" cy="1051560"/>
          </a:xfrm>
          <a:prstGeom prst="roundRect">
            <a:avLst>
              <a:gd name="adj" fmla="val 10435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77240" y="5641848"/>
            <a:ext cx="10637215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しゅっぱつしんこう! しゅしゅしゅっぽー! でんしゃたちは、そらへ のぼっていきます。</a:t>
            </a:r>
            <a:endParaRPr lang="en-US" sz="2000" dirty="0"/>
          </a:p>
        </p:txBody>
      </p:sp>
      <p:sp>
        <p:nvSpPr>
          <p:cNvPr id="188" name="Text 18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72" y="2309341"/>
            <a:ext cx="61589" cy="615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96929" y="918073"/>
            <a:ext cx="45499" cy="454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868" y="1779517"/>
            <a:ext cx="46699" cy="466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18477" y="606965"/>
            <a:ext cx="47964" cy="479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7912" y="135153"/>
            <a:ext cx="46666" cy="466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5780" y="352991"/>
            <a:ext cx="61603" cy="616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38777" y="472775"/>
            <a:ext cx="188253" cy="18825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6047034" y="606119"/>
            <a:ext cx="56999" cy="569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7006786" y="833310"/>
            <a:ext cx="162272" cy="16227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9702534" y="1575586"/>
            <a:ext cx="87998" cy="879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879242" y="2619724"/>
            <a:ext cx="48936" cy="489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83610" y="1276108"/>
            <a:ext cx="77986" cy="779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57086" y="1809688"/>
            <a:ext cx="65771" cy="657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5201545" y="1900316"/>
            <a:ext cx="112173" cy="11217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05439" y="1129285"/>
            <a:ext cx="56572" cy="565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5217053" y="79406"/>
            <a:ext cx="33689" cy="33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14563" y="2820332"/>
            <a:ext cx="65636" cy="656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8370641" y="1294774"/>
            <a:ext cx="27704" cy="277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8076886" y="1413018"/>
            <a:ext cx="38856" cy="388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7874369" y="879298"/>
            <a:ext cx="63858" cy="638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1788196" y="2200975"/>
            <a:ext cx="33526" cy="335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2553950" y="2274326"/>
            <a:ext cx="54146" cy="541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52039" y="969800"/>
            <a:ext cx="52982" cy="529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1293435" y="233039"/>
            <a:ext cx="62424" cy="624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5760389" y="143565"/>
            <a:ext cx="66855" cy="668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2728792" y="2362822"/>
            <a:ext cx="73727" cy="737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1244643" y="1258006"/>
            <a:ext cx="79562" cy="795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2520012" y="2899396"/>
            <a:ext cx="74296" cy="742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3992818" y="1007815"/>
            <a:ext cx="75380" cy="753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87022" y="809088"/>
            <a:ext cx="45883" cy="458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6655959" y="1894721"/>
            <a:ext cx="28584" cy="285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1966005" y="757613"/>
            <a:ext cx="67590" cy="675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0871" y="2648797"/>
            <a:ext cx="48039" cy="480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97035" y="257721"/>
            <a:ext cx="47587" cy="475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72752" y="2590160"/>
            <a:ext cx="60916" cy="609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6591460" y="2143216"/>
            <a:ext cx="48995" cy="489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0460" y="1324344"/>
            <a:ext cx="81898" cy="818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251395" y="2724436"/>
            <a:ext cx="77626" cy="776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9219175" y="580953"/>
            <a:ext cx="86031" cy="860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9269016" y="2655483"/>
            <a:ext cx="74145" cy="741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5937972" y="2512305"/>
            <a:ext cx="48931" cy="489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2075649" y="1199813"/>
            <a:ext cx="63211" cy="632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8350344" y="1351493"/>
            <a:ext cx="77815" cy="778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6742517" y="2847636"/>
            <a:ext cx="54724" cy="547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6319494" y="2372045"/>
            <a:ext cx="72168" cy="721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3992728" y="3108960"/>
            <a:ext cx="4206240" cy="420624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508000" dist="50800" dir="16200000">
              <a:srgbClr val="5AA9FF">
                <a:alpha val="6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769968" y="4343400"/>
            <a:ext cx="100584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7" name="Shape 65"/>
          <p:cNvSpPr/>
          <p:nvPr/>
        </p:nvSpPr>
        <p:spPr>
          <a:xfrm>
            <a:off x="6050128" y="5029200"/>
            <a:ext cx="82296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8" name="Shape 66"/>
          <p:cNvSpPr/>
          <p:nvPr/>
        </p:nvSpPr>
        <p:spPr>
          <a:xfrm>
            <a:off x="5318608" y="5852160"/>
            <a:ext cx="118872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9" name="Shape 67"/>
          <p:cNvSpPr/>
          <p:nvPr/>
        </p:nvSpPr>
        <p:spPr>
          <a:xfrm>
            <a:off x="6781648" y="3977640"/>
            <a:ext cx="6400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31799" y="239024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02995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2" name="Shape 70"/>
          <p:cNvSpPr/>
          <p:nvPr/>
        </p:nvSpPr>
        <p:spPr>
          <a:xfrm>
            <a:off x="1618259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4994" y="171175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198047" y="178523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77238" y="1860680"/>
            <a:ext cx="96012" cy="9601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6" name="Shape 74"/>
          <p:cNvSpPr/>
          <p:nvPr/>
        </p:nvSpPr>
        <p:spPr>
          <a:xfrm>
            <a:off x="1552830" y="1860680"/>
            <a:ext cx="96012" cy="9601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7" name="Shape 75"/>
          <p:cNvSpPr/>
          <p:nvPr/>
        </p:nvSpPr>
        <p:spPr>
          <a:xfrm>
            <a:off x="1217452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644620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347826" y="193285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1283818" y="144292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👑</a:t>
            </a:r>
            <a:endParaRPr lang="en-US" sz="1820" dirty="0"/>
          </a:p>
        </p:txBody>
      </p:sp>
      <p:sp>
        <p:nvSpPr>
          <p:cNvPr id="81" name="Shape 79"/>
          <p:cNvSpPr/>
          <p:nvPr/>
        </p:nvSpPr>
        <p:spPr>
          <a:xfrm>
            <a:off x="2046199" y="239024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2017395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2532659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2009394" y="171175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112447" y="178523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91638" y="186068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7" name="Shape 85"/>
          <p:cNvSpPr/>
          <p:nvPr/>
        </p:nvSpPr>
        <p:spPr>
          <a:xfrm>
            <a:off x="2222841" y="186068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2467230" y="186068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9" name="Shape 87"/>
          <p:cNvSpPr/>
          <p:nvPr/>
        </p:nvSpPr>
        <p:spPr>
          <a:xfrm>
            <a:off x="2498434" y="186068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2131852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559020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2262226" y="193285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2198218" y="144292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🔁</a:t>
            </a:r>
            <a:endParaRPr lang="en-US" sz="1820" dirty="0"/>
          </a:p>
        </p:txBody>
      </p:sp>
      <p:sp>
        <p:nvSpPr>
          <p:cNvPr id="94" name="Shape 92"/>
          <p:cNvSpPr/>
          <p:nvPr/>
        </p:nvSpPr>
        <p:spPr>
          <a:xfrm>
            <a:off x="2960599" y="239024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2931795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3447059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7" name="Shape 95"/>
          <p:cNvSpPr/>
          <p:nvPr/>
        </p:nvSpPr>
        <p:spPr>
          <a:xfrm>
            <a:off x="2923794" y="171175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026847" y="178523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106038" y="186068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0" name="Shape 98"/>
          <p:cNvSpPr/>
          <p:nvPr/>
        </p:nvSpPr>
        <p:spPr>
          <a:xfrm>
            <a:off x="3137241" y="186068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81630" y="186068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12834" y="186068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046252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3473420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3176626" y="193285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3112618" y="144292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🎩</a:t>
            </a:r>
            <a:endParaRPr lang="en-US" sz="1820" dirty="0"/>
          </a:p>
        </p:txBody>
      </p:sp>
      <p:sp>
        <p:nvSpPr>
          <p:cNvPr id="107" name="Shape 105"/>
          <p:cNvSpPr/>
          <p:nvPr/>
        </p:nvSpPr>
        <p:spPr>
          <a:xfrm>
            <a:off x="3874999" y="239024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3846195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61459" y="218541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838194" y="171175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3941247" y="178523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020438" y="186068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051641" y="186068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296030" y="186068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327234" y="186068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960652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387820" y="194069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4091026" y="193285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4027018" y="144292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🎀</a:t>
            </a:r>
            <a:endParaRPr lang="en-US" sz="1820" dirty="0"/>
          </a:p>
        </p:txBody>
      </p:sp>
      <p:sp>
        <p:nvSpPr>
          <p:cNvPr id="120" name="Shape 118"/>
          <p:cNvSpPr/>
          <p:nvPr/>
        </p:nvSpPr>
        <p:spPr>
          <a:xfrm>
            <a:off x="457200" y="27432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77240" y="38404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どんどんたかくのぼると、したにまるいほしがみえてきました。それが「ちきゅう」です。</a:t>
            </a:r>
            <a:endParaRPr lang="en-US" sz="2000" dirty="0"/>
          </a:p>
        </p:txBody>
      </p:sp>
      <p:sp>
        <p:nvSpPr>
          <p:cNvPr id="122" name="Text 1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8" y="1683894"/>
            <a:ext cx="45945" cy="459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8892265" y="974228"/>
            <a:ext cx="48511" cy="485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05642" y="992765"/>
            <a:ext cx="71246" cy="712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957658" y="442578"/>
            <a:ext cx="51386" cy="513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8510360" y="98549"/>
            <a:ext cx="71208" cy="712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45642" y="1476590"/>
            <a:ext cx="35295" cy="352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54986" y="1259131"/>
            <a:ext cx="68637" cy="686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18771" y="1661162"/>
            <a:ext cx="51259" cy="512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06533" y="607622"/>
            <a:ext cx="37198" cy="371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5223775" y="539264"/>
            <a:ext cx="87424" cy="874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891064" y="1605416"/>
            <a:ext cx="31184" cy="311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6835030" y="930496"/>
            <a:ext cx="54408" cy="544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81882" y="100364"/>
            <a:ext cx="50825" cy="508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8100419" y="1690447"/>
            <a:ext cx="60387" cy="603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4945216" y="518637"/>
            <a:ext cx="50760" cy="507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4054612" y="972300"/>
            <a:ext cx="66736" cy="667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51708" y="837292"/>
            <a:ext cx="82672" cy="826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7733799" y="944106"/>
            <a:ext cx="59753" cy="597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454983" y="725525"/>
            <a:ext cx="72764" cy="727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7154814" y="641155"/>
            <a:ext cx="48593" cy="485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9688997" y="1604877"/>
            <a:ext cx="34542" cy="345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947660" y="743963"/>
            <a:ext cx="37262" cy="372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45430" y="402346"/>
            <a:ext cx="67908" cy="679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5572906" y="1084325"/>
            <a:ext cx="108756" cy="10875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84352" y="1628683"/>
            <a:ext cx="84093" cy="840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9279438" y="503691"/>
            <a:ext cx="28103" cy="281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927055" y="2896"/>
            <a:ext cx="66915" cy="669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9035861" y="894943"/>
            <a:ext cx="71439" cy="714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54135" y="430065"/>
            <a:ext cx="51367" cy="513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443163" y="894760"/>
            <a:ext cx="27622" cy="276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7765285" y="1686368"/>
            <a:ext cx="28776" cy="287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2293673" y="1771627"/>
            <a:ext cx="63615" cy="636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3246299" y="407414"/>
            <a:ext cx="40805" cy="408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179" y="1407122"/>
            <a:ext cx="72283" cy="722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73747" y="59858"/>
            <a:ext cx="34492" cy="344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594189" y="1257962"/>
            <a:ext cx="84593" cy="845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66921" y="1575268"/>
            <a:ext cx="272926" cy="27292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9325243" y="767368"/>
            <a:ext cx="43320" cy="433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755704" y="728412"/>
            <a:ext cx="42458" cy="424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10813852" y="1021890"/>
            <a:ext cx="49927" cy="499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1005840" y="1005840"/>
            <a:ext cx="4572000" cy="457200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508000" dist="50800" dir="16200000">
              <a:srgbClr val="5AA9FF">
                <a:alpha val="6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783080" y="2103120"/>
            <a:ext cx="11887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154680"/>
            <a:ext cx="100584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3" name="Shape 61"/>
          <p:cNvSpPr/>
          <p:nvPr/>
        </p:nvSpPr>
        <p:spPr>
          <a:xfrm>
            <a:off x="2331720" y="4069080"/>
            <a:ext cx="137160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4" name="Shape 62"/>
          <p:cNvSpPr/>
          <p:nvPr/>
        </p:nvSpPr>
        <p:spPr>
          <a:xfrm>
            <a:off x="4023360" y="1828800"/>
            <a:ext cx="73152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5" name="Shape 63"/>
          <p:cNvSpPr/>
          <p:nvPr/>
        </p:nvSpPr>
        <p:spPr>
          <a:xfrm>
            <a:off x="8254517" y="5418734"/>
            <a:ext cx="1230325" cy="14264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01025" y="5038344"/>
            <a:ext cx="380390" cy="38039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7" name="Shape 65"/>
          <p:cNvSpPr/>
          <p:nvPr/>
        </p:nvSpPr>
        <p:spPr>
          <a:xfrm>
            <a:off x="9157945" y="5038344"/>
            <a:ext cx="380390" cy="38039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8" name="Shape 66"/>
          <p:cNvSpPr/>
          <p:nvPr/>
        </p:nvSpPr>
        <p:spPr>
          <a:xfrm>
            <a:off x="8186166" y="4158691"/>
            <a:ext cx="1367028" cy="974750"/>
          </a:xfrm>
          <a:prstGeom prst="roundRect">
            <a:avLst>
              <a:gd name="adj" fmla="val 1125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377550" y="4295156"/>
            <a:ext cx="984260" cy="545860"/>
          </a:xfrm>
          <a:prstGeom prst="roundRect">
            <a:avLst>
              <a:gd name="adj" fmla="val 13401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24618" y="4435264"/>
            <a:ext cx="178308" cy="178308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1" name="Shape 69"/>
          <p:cNvSpPr/>
          <p:nvPr/>
        </p:nvSpPr>
        <p:spPr>
          <a:xfrm>
            <a:off x="9036434" y="4435264"/>
            <a:ext cx="178308" cy="178308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2" name="Shape 70"/>
          <p:cNvSpPr/>
          <p:nvPr/>
        </p:nvSpPr>
        <p:spPr>
          <a:xfrm>
            <a:off x="8413587" y="4583854"/>
            <a:ext cx="118872" cy="118872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206901" y="4583854"/>
            <a:ext cx="118872" cy="118872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8655710" y="4569304"/>
            <a:ext cx="427939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8536838" y="3659429"/>
            <a:ext cx="6656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380" dirty="0">
                <a:solidFill>
                  <a:srgbClr val="000000"/>
                </a:solidFill>
              </a:rPr>
              <a:t>👑</a:t>
            </a:r>
            <a:endParaRPr lang="en-US" sz="3380" dirty="0"/>
          </a:p>
        </p:txBody>
      </p:sp>
      <p:sp>
        <p:nvSpPr>
          <p:cNvPr id="76" name="Shape 74"/>
          <p:cNvSpPr/>
          <p:nvPr/>
        </p:nvSpPr>
        <p:spPr>
          <a:xfrm>
            <a:off x="7315200" y="23774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 rot="12000000">
            <a:off x="7575804" y="327355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52360" y="2450592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きれいだね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457200" y="5532120"/>
            <a:ext cx="11277295" cy="1051560"/>
          </a:xfrm>
          <a:prstGeom prst="roundRect">
            <a:avLst>
              <a:gd name="adj" fmla="val 10435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7240" y="5641848"/>
            <a:ext cx="10637215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ちきゅうはあおくて、みずがいっぱい。みどりのところはやまやもりです。「きれいだね。」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" y="95650"/>
            <a:ext cx="30302" cy="303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95905" y="1374660"/>
            <a:ext cx="51522" cy="515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5295722" y="873331"/>
            <a:ext cx="31786" cy="317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7896839" y="505804"/>
            <a:ext cx="54808" cy="548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1114" y="112628"/>
            <a:ext cx="31741" cy="317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43808" y="903759"/>
            <a:ext cx="72994" cy="729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9499" y="393979"/>
            <a:ext cx="74524" cy="745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3998813" y="1114699"/>
            <a:ext cx="45519" cy="455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214585" y="694425"/>
            <a:ext cx="84313" cy="843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017" y="93788"/>
            <a:ext cx="260552" cy="26055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02887" y="1573504"/>
            <a:ext cx="77440" cy="774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2586451" y="1063424"/>
            <a:ext cx="30829" cy="308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2214984" y="898473"/>
            <a:ext cx="35878" cy="358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99292" y="364397"/>
            <a:ext cx="83383" cy="833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76688" y="331471"/>
            <a:ext cx="44949" cy="449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2892172" y="66172"/>
            <a:ext cx="35775" cy="357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88853" y="1740676"/>
            <a:ext cx="35699" cy="356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7096956" y="1078978"/>
            <a:ext cx="27794" cy="277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2641384" y="567915"/>
            <a:ext cx="42665" cy="426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6435260" y="732749"/>
            <a:ext cx="33328" cy="333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7589798" y="5346"/>
            <a:ext cx="35557" cy="355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33064" y="66472"/>
            <a:ext cx="84386" cy="843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38820" y="198567"/>
            <a:ext cx="82835" cy="828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9852377" y="194200"/>
            <a:ext cx="74088" cy="740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3616620" y="1338837"/>
            <a:ext cx="37324" cy="373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3638390" y="1359418"/>
            <a:ext cx="46487" cy="464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2801162" y="1048339"/>
            <a:ext cx="54267" cy="542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3360016" y="1806564"/>
            <a:ext cx="205746" cy="20574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5323757" y="230246"/>
            <a:ext cx="91363" cy="913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3391000" y="1283840"/>
            <a:ext cx="73369" cy="7336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8874612" y="359734"/>
            <a:ext cx="28968" cy="289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2621340" y="1240945"/>
            <a:ext cx="59639" cy="596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5451727" y="988130"/>
            <a:ext cx="33572" cy="335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2471019" y="824368"/>
            <a:ext cx="32970" cy="329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66437" y="329667"/>
            <a:ext cx="72077" cy="720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8788614" y="1176413"/>
            <a:ext cx="56182" cy="561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563382" y="494020"/>
            <a:ext cx="36045" cy="360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207396" y="1660763"/>
            <a:ext cx="73021" cy="730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0538" y="1093728"/>
            <a:ext cx="62892" cy="628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166993" y="384103"/>
            <a:ext cx="89716" cy="897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6035040" y="1737360"/>
            <a:ext cx="3840480" cy="384048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508000" dist="50800" dir="16200000">
              <a:srgbClr val="5AA9FF">
                <a:alpha val="6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766560" y="2926080"/>
            <a:ext cx="91440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2" name="Shape 60"/>
          <p:cNvSpPr/>
          <p:nvPr/>
        </p:nvSpPr>
        <p:spPr>
          <a:xfrm>
            <a:off x="8001000" y="3703320"/>
            <a:ext cx="82296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3" name="Shape 61"/>
          <p:cNvSpPr/>
          <p:nvPr/>
        </p:nvSpPr>
        <p:spPr>
          <a:xfrm>
            <a:off x="7360920" y="4251960"/>
            <a:ext cx="100584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4" name="Shape 62"/>
          <p:cNvSpPr/>
          <p:nvPr/>
        </p:nvSpPr>
        <p:spPr>
          <a:xfrm rot="-2400000">
            <a:off x="9685065" y="2037971"/>
            <a:ext cx="182880" cy="182880"/>
          </a:xfrm>
          <a:prstGeom prst="star4">
            <a:avLst/>
          </a:prstGeom>
          <a:solidFill>
            <a:srgbClr val="FFD166"/>
          </a:solidFill>
          <a:ln/>
        </p:spPr>
      </p:sp>
      <p:sp>
        <p:nvSpPr>
          <p:cNvPr id="65" name="Shape 63"/>
          <p:cNvSpPr/>
          <p:nvPr/>
        </p:nvSpPr>
        <p:spPr>
          <a:xfrm rot="900000">
            <a:off x="10160271" y="4181487"/>
            <a:ext cx="182880" cy="182880"/>
          </a:xfrm>
          <a:prstGeom prst="star4">
            <a:avLst/>
          </a:prstGeom>
          <a:solidFill>
            <a:srgbClr val="FFD166"/>
          </a:solidFill>
          <a:ln/>
        </p:spPr>
      </p:sp>
      <p:sp>
        <p:nvSpPr>
          <p:cNvPr id="66" name="Shape 64"/>
          <p:cNvSpPr/>
          <p:nvPr/>
        </p:nvSpPr>
        <p:spPr>
          <a:xfrm rot="4200000">
            <a:off x="8676972" y="5800223"/>
            <a:ext cx="182880" cy="182880"/>
          </a:xfrm>
          <a:prstGeom prst="star4">
            <a:avLst/>
          </a:prstGeom>
          <a:solidFill>
            <a:srgbClr val="FFD166"/>
          </a:solidFill>
          <a:ln/>
        </p:spPr>
      </p:sp>
      <p:sp>
        <p:nvSpPr>
          <p:cNvPr id="67" name="Shape 65"/>
          <p:cNvSpPr/>
          <p:nvPr/>
        </p:nvSpPr>
        <p:spPr>
          <a:xfrm>
            <a:off x="1938757" y="5243170"/>
            <a:ext cx="1608887" cy="18653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868805" y="4745736"/>
            <a:ext cx="497434" cy="4974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9" name="Shape 67"/>
          <p:cNvSpPr/>
          <p:nvPr/>
        </p:nvSpPr>
        <p:spPr>
          <a:xfrm>
            <a:off x="3120161" y="4745736"/>
            <a:ext cx="497434" cy="4974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0" name="Shape 68"/>
          <p:cNvSpPr/>
          <p:nvPr/>
        </p:nvSpPr>
        <p:spPr>
          <a:xfrm>
            <a:off x="1849374" y="3595421"/>
            <a:ext cx="1787652" cy="1274674"/>
          </a:xfrm>
          <a:prstGeom prst="roundRect">
            <a:avLst>
              <a:gd name="adj" fmla="val 8608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099645" y="3773875"/>
            <a:ext cx="1287109" cy="713817"/>
          </a:xfrm>
          <a:prstGeom prst="roundRect">
            <a:avLst>
              <a:gd name="adj" fmla="val 10248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91966" y="3957092"/>
            <a:ext cx="233172" cy="23317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3" name="Shape 71"/>
          <p:cNvSpPr/>
          <p:nvPr/>
        </p:nvSpPr>
        <p:spPr>
          <a:xfrm>
            <a:off x="2367746" y="3957092"/>
            <a:ext cx="69952" cy="699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2961262" y="3957092"/>
            <a:ext cx="233172" cy="23317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5" name="Shape 73"/>
          <p:cNvSpPr/>
          <p:nvPr/>
        </p:nvSpPr>
        <p:spPr>
          <a:xfrm>
            <a:off x="3037043" y="3957092"/>
            <a:ext cx="69952" cy="699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2146771" y="4151402"/>
            <a:ext cx="155448" cy="15544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184181" y="4151402"/>
            <a:ext cx="155448" cy="15544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2463394" y="4132375"/>
            <a:ext cx="559613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3400" dirty="0"/>
          </a:p>
        </p:txBody>
      </p:sp>
      <p:sp>
        <p:nvSpPr>
          <p:cNvPr id="79" name="Text 77"/>
          <p:cNvSpPr/>
          <p:nvPr/>
        </p:nvSpPr>
        <p:spPr>
          <a:xfrm>
            <a:off x="2307946" y="2942539"/>
            <a:ext cx="8705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20" dirty="0">
                <a:solidFill>
                  <a:srgbClr val="000000"/>
                </a:solidFill>
              </a:rPr>
              <a:t>🔁</a:t>
            </a:r>
            <a:endParaRPr lang="en-US" sz="4420" dirty="0"/>
          </a:p>
        </p:txBody>
      </p:sp>
      <p:sp>
        <p:nvSpPr>
          <p:cNvPr id="80" name="Text 78"/>
          <p:cNvSpPr/>
          <p:nvPr/>
        </p:nvSpPr>
        <p:spPr>
          <a:xfrm>
            <a:off x="1920240" y="5429707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やまのてん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57200" y="27432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7240" y="38404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やまのてんがぐるっとまわると、ちきゅうもゆっくり くるくるまわっていることに きづきました。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3992728" y="1417320"/>
            <a:ext cx="4206240" cy="4206240"/>
          </a:xfrm>
          <a:prstGeom prst="ellipse">
            <a:avLst/>
          </a:prstGeom>
          <a:solidFill>
            <a:srgbClr val="FFD166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078" y="3106005"/>
            <a:ext cx="61976" cy="828869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87257" y="2937681"/>
            <a:ext cx="61976" cy="1165519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31436" y="2810822"/>
            <a:ext cx="61976" cy="1419236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4" name="Shape 22"/>
          <p:cNvSpPr/>
          <p:nvPr/>
        </p:nvSpPr>
        <p:spPr>
          <a:xfrm>
            <a:off x="4275615" y="2705822"/>
            <a:ext cx="61976" cy="1629236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5" name="Shape 23"/>
          <p:cNvSpPr/>
          <p:nvPr/>
        </p:nvSpPr>
        <p:spPr>
          <a:xfrm>
            <a:off x="4319794" y="2615042"/>
            <a:ext cx="61976" cy="1810795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6" name="Shape 24"/>
          <p:cNvSpPr/>
          <p:nvPr/>
        </p:nvSpPr>
        <p:spPr>
          <a:xfrm>
            <a:off x="4363973" y="2534548"/>
            <a:ext cx="61976" cy="1971784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7" name="Shape 25"/>
          <p:cNvSpPr/>
          <p:nvPr/>
        </p:nvSpPr>
        <p:spPr>
          <a:xfrm>
            <a:off x="4408152" y="2461989"/>
            <a:ext cx="61976" cy="2116901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8" name="Shape 26"/>
          <p:cNvSpPr/>
          <p:nvPr/>
        </p:nvSpPr>
        <p:spPr>
          <a:xfrm>
            <a:off x="4452331" y="2395829"/>
            <a:ext cx="61976" cy="2249221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29" name="Shape 27"/>
          <p:cNvSpPr/>
          <p:nvPr/>
        </p:nvSpPr>
        <p:spPr>
          <a:xfrm>
            <a:off x="4496509" y="2334996"/>
            <a:ext cx="61976" cy="2370887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40688" y="2278707"/>
            <a:ext cx="61976" cy="2483466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84867" y="2226368"/>
            <a:ext cx="61976" cy="2588143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2" name="Shape 30"/>
          <p:cNvSpPr/>
          <p:nvPr/>
        </p:nvSpPr>
        <p:spPr>
          <a:xfrm>
            <a:off x="4629046" y="2177518"/>
            <a:ext cx="61976" cy="2685843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3" name="Shape 31"/>
          <p:cNvSpPr/>
          <p:nvPr/>
        </p:nvSpPr>
        <p:spPr>
          <a:xfrm>
            <a:off x="4673225" y="2131789"/>
            <a:ext cx="61976" cy="2777302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4" name="Shape 32"/>
          <p:cNvSpPr/>
          <p:nvPr/>
        </p:nvSpPr>
        <p:spPr>
          <a:xfrm>
            <a:off x="4717404" y="2088881"/>
            <a:ext cx="61976" cy="2863118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5" name="Shape 33"/>
          <p:cNvSpPr/>
          <p:nvPr/>
        </p:nvSpPr>
        <p:spPr>
          <a:xfrm>
            <a:off x="4761583" y="2048547"/>
            <a:ext cx="61976" cy="2943785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5762" y="2010582"/>
            <a:ext cx="61976" cy="3019716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9940" y="1974811"/>
            <a:ext cx="61976" cy="3091259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4119" y="1941084"/>
            <a:ext cx="61976" cy="3158712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39" name="Shape 37"/>
          <p:cNvSpPr/>
          <p:nvPr/>
        </p:nvSpPr>
        <p:spPr>
          <a:xfrm>
            <a:off x="4938298" y="1909273"/>
            <a:ext cx="61976" cy="3222333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2477" y="1879268"/>
            <a:ext cx="61976" cy="3282345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6656" y="1850969"/>
            <a:ext cx="61976" cy="3338941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2" name="Shape 40"/>
          <p:cNvSpPr/>
          <p:nvPr/>
        </p:nvSpPr>
        <p:spPr>
          <a:xfrm>
            <a:off x="5070835" y="1824293"/>
            <a:ext cx="61976" cy="3392293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3" name="Shape 41"/>
          <p:cNvSpPr/>
          <p:nvPr/>
        </p:nvSpPr>
        <p:spPr>
          <a:xfrm>
            <a:off x="5115014" y="1799164"/>
            <a:ext cx="61976" cy="3442552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4" name="Shape 42"/>
          <p:cNvSpPr/>
          <p:nvPr/>
        </p:nvSpPr>
        <p:spPr>
          <a:xfrm>
            <a:off x="5159193" y="1775514"/>
            <a:ext cx="61976" cy="3489852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5" name="Shape 43"/>
          <p:cNvSpPr/>
          <p:nvPr/>
        </p:nvSpPr>
        <p:spPr>
          <a:xfrm>
            <a:off x="5203372" y="1753285"/>
            <a:ext cx="61976" cy="3534310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6" name="Shape 44"/>
          <p:cNvSpPr/>
          <p:nvPr/>
        </p:nvSpPr>
        <p:spPr>
          <a:xfrm>
            <a:off x="5247550" y="1732423"/>
            <a:ext cx="61976" cy="3576034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7" name="Shape 45"/>
          <p:cNvSpPr/>
          <p:nvPr/>
        </p:nvSpPr>
        <p:spPr>
          <a:xfrm>
            <a:off x="5291729" y="1712881"/>
            <a:ext cx="61976" cy="3615117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8" name="Shape 46"/>
          <p:cNvSpPr/>
          <p:nvPr/>
        </p:nvSpPr>
        <p:spPr>
          <a:xfrm>
            <a:off x="5335908" y="1694617"/>
            <a:ext cx="61976" cy="3651645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49" name="Shape 47"/>
          <p:cNvSpPr/>
          <p:nvPr/>
        </p:nvSpPr>
        <p:spPr>
          <a:xfrm>
            <a:off x="5380087" y="1677593"/>
            <a:ext cx="61976" cy="3685694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50" name="Shape 48"/>
          <p:cNvSpPr/>
          <p:nvPr/>
        </p:nvSpPr>
        <p:spPr>
          <a:xfrm>
            <a:off x="5424266" y="1661774"/>
            <a:ext cx="61976" cy="3717332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51" name="Shape 49"/>
          <p:cNvSpPr/>
          <p:nvPr/>
        </p:nvSpPr>
        <p:spPr>
          <a:xfrm>
            <a:off x="5468445" y="1647131"/>
            <a:ext cx="61976" cy="3746619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2624" y="1633635"/>
            <a:ext cx="61976" cy="3773611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53" name="Shape 51"/>
          <p:cNvSpPr/>
          <p:nvPr/>
        </p:nvSpPr>
        <p:spPr>
          <a:xfrm>
            <a:off x="5556803" y="1621262"/>
            <a:ext cx="61976" cy="3798356"/>
          </a:xfrm>
          <a:prstGeom prst="rect">
            <a:avLst/>
          </a:prstGeom>
          <a:solidFill>
            <a:srgbClr val="16234F"/>
          </a:solidFill>
          <a:ln/>
        </p:spPr>
      </p:sp>
      <p:sp>
        <p:nvSpPr>
          <p:cNvPr id="54" name="Shape 52"/>
          <p:cNvSpPr/>
          <p:nvPr/>
        </p:nvSpPr>
        <p:spPr>
          <a:xfrm>
            <a:off x="5600981" y="1609991"/>
            <a:ext cx="61976" cy="3820898"/>
          </a:xfrm>
          <a:prstGeom prst="rect">
            <a:avLst/>
          </a:prstGeom>
          <a:solidFill>
            <a:srgbClr val="18244F"/>
          </a:solidFill>
          <a:ln/>
        </p:spPr>
      </p:sp>
      <p:sp>
        <p:nvSpPr>
          <p:cNvPr id="55" name="Shape 53"/>
          <p:cNvSpPr/>
          <p:nvPr/>
        </p:nvSpPr>
        <p:spPr>
          <a:xfrm>
            <a:off x="5645160" y="1599802"/>
            <a:ext cx="61976" cy="3841276"/>
          </a:xfrm>
          <a:prstGeom prst="rect">
            <a:avLst/>
          </a:prstGeom>
          <a:solidFill>
            <a:srgbClr val="232D50"/>
          </a:solidFill>
          <a:ln/>
        </p:spPr>
      </p:sp>
      <p:sp>
        <p:nvSpPr>
          <p:cNvPr id="56" name="Shape 54"/>
          <p:cNvSpPr/>
          <p:nvPr/>
        </p:nvSpPr>
        <p:spPr>
          <a:xfrm>
            <a:off x="5689339" y="1590678"/>
            <a:ext cx="61976" cy="3859525"/>
          </a:xfrm>
          <a:prstGeom prst="rect">
            <a:avLst/>
          </a:prstGeom>
          <a:solidFill>
            <a:srgbClr val="2E3551"/>
          </a:solidFill>
          <a:ln/>
        </p:spPr>
      </p:sp>
      <p:sp>
        <p:nvSpPr>
          <p:cNvPr id="57" name="Shape 55"/>
          <p:cNvSpPr/>
          <p:nvPr/>
        </p:nvSpPr>
        <p:spPr>
          <a:xfrm>
            <a:off x="5733518" y="1582603"/>
            <a:ext cx="61976" cy="3875674"/>
          </a:xfrm>
          <a:prstGeom prst="rect">
            <a:avLst/>
          </a:prstGeom>
          <a:solidFill>
            <a:srgbClr val="393D52"/>
          </a:solidFill>
          <a:ln/>
        </p:spPr>
      </p:sp>
      <p:sp>
        <p:nvSpPr>
          <p:cNvPr id="58" name="Shape 56"/>
          <p:cNvSpPr/>
          <p:nvPr/>
        </p:nvSpPr>
        <p:spPr>
          <a:xfrm>
            <a:off x="5777697" y="1575566"/>
            <a:ext cx="61976" cy="3889749"/>
          </a:xfrm>
          <a:prstGeom prst="rect">
            <a:avLst/>
          </a:prstGeom>
          <a:solidFill>
            <a:srgbClr val="444554"/>
          </a:solidFill>
          <a:ln/>
        </p:spPr>
      </p:sp>
      <p:sp>
        <p:nvSpPr>
          <p:cNvPr id="59" name="Shape 57"/>
          <p:cNvSpPr/>
          <p:nvPr/>
        </p:nvSpPr>
        <p:spPr>
          <a:xfrm>
            <a:off x="5821876" y="1569554"/>
            <a:ext cx="61976" cy="3901773"/>
          </a:xfrm>
          <a:prstGeom prst="rect">
            <a:avLst/>
          </a:prstGeom>
          <a:solidFill>
            <a:srgbClr val="4F4D55"/>
          </a:solidFill>
          <a:ln/>
        </p:spPr>
      </p:sp>
      <p:sp>
        <p:nvSpPr>
          <p:cNvPr id="60" name="Shape 58"/>
          <p:cNvSpPr/>
          <p:nvPr/>
        </p:nvSpPr>
        <p:spPr>
          <a:xfrm>
            <a:off x="5866055" y="1564558"/>
            <a:ext cx="61976" cy="3911764"/>
          </a:xfrm>
          <a:prstGeom prst="rect">
            <a:avLst/>
          </a:prstGeom>
          <a:solidFill>
            <a:srgbClr val="595556"/>
          </a:solidFill>
          <a:ln/>
        </p:spPr>
      </p:sp>
      <p:sp>
        <p:nvSpPr>
          <p:cNvPr id="61" name="Shape 59"/>
          <p:cNvSpPr/>
          <p:nvPr/>
        </p:nvSpPr>
        <p:spPr>
          <a:xfrm>
            <a:off x="5910234" y="1560570"/>
            <a:ext cx="61976" cy="3919740"/>
          </a:xfrm>
          <a:prstGeom prst="rect">
            <a:avLst/>
          </a:prstGeom>
          <a:solidFill>
            <a:srgbClr val="645D57"/>
          </a:solidFill>
          <a:ln/>
        </p:spPr>
      </p:sp>
      <p:sp>
        <p:nvSpPr>
          <p:cNvPr id="62" name="Shape 60"/>
          <p:cNvSpPr/>
          <p:nvPr/>
        </p:nvSpPr>
        <p:spPr>
          <a:xfrm>
            <a:off x="5954412" y="1557585"/>
            <a:ext cx="61976" cy="3925710"/>
          </a:xfrm>
          <a:prstGeom prst="rect">
            <a:avLst/>
          </a:prstGeom>
          <a:solidFill>
            <a:srgbClr val="6F6658"/>
          </a:solidFill>
          <a:ln/>
        </p:spPr>
      </p:sp>
      <p:sp>
        <p:nvSpPr>
          <p:cNvPr id="63" name="Shape 61"/>
          <p:cNvSpPr/>
          <p:nvPr/>
        </p:nvSpPr>
        <p:spPr>
          <a:xfrm>
            <a:off x="5998591" y="1555597"/>
            <a:ext cx="61976" cy="3929686"/>
          </a:xfrm>
          <a:prstGeom prst="rect">
            <a:avLst/>
          </a:prstGeom>
          <a:solidFill>
            <a:srgbClr val="7A6E59"/>
          </a:solidFill>
          <a:ln/>
        </p:spPr>
      </p:sp>
      <p:sp>
        <p:nvSpPr>
          <p:cNvPr id="64" name="Shape 62"/>
          <p:cNvSpPr/>
          <p:nvPr/>
        </p:nvSpPr>
        <p:spPr>
          <a:xfrm>
            <a:off x="6042770" y="1554604"/>
            <a:ext cx="61976" cy="3931672"/>
          </a:xfrm>
          <a:prstGeom prst="rect">
            <a:avLst/>
          </a:prstGeom>
          <a:solidFill>
            <a:srgbClr val="85765A"/>
          </a:solidFill>
          <a:ln/>
        </p:spPr>
      </p:sp>
      <p:sp>
        <p:nvSpPr>
          <p:cNvPr id="65" name="Shape 63"/>
          <p:cNvSpPr/>
          <p:nvPr/>
        </p:nvSpPr>
        <p:spPr>
          <a:xfrm>
            <a:off x="6086949" y="1554604"/>
            <a:ext cx="61976" cy="3931672"/>
          </a:xfrm>
          <a:prstGeom prst="rect">
            <a:avLst/>
          </a:prstGeom>
          <a:solidFill>
            <a:srgbClr val="907E5B"/>
          </a:solidFill>
          <a:ln/>
        </p:spPr>
      </p:sp>
      <p:sp>
        <p:nvSpPr>
          <p:cNvPr id="66" name="Shape 64"/>
          <p:cNvSpPr/>
          <p:nvPr/>
        </p:nvSpPr>
        <p:spPr>
          <a:xfrm>
            <a:off x="6131128" y="1555597"/>
            <a:ext cx="61976" cy="3929686"/>
          </a:xfrm>
          <a:prstGeom prst="rect">
            <a:avLst/>
          </a:prstGeom>
          <a:solidFill>
            <a:srgbClr val="9B865C"/>
          </a:solidFill>
          <a:ln/>
        </p:spPr>
      </p:sp>
      <p:sp>
        <p:nvSpPr>
          <p:cNvPr id="67" name="Shape 65"/>
          <p:cNvSpPr/>
          <p:nvPr/>
        </p:nvSpPr>
        <p:spPr>
          <a:xfrm>
            <a:off x="6175307" y="1557585"/>
            <a:ext cx="61976" cy="3925710"/>
          </a:xfrm>
          <a:prstGeom prst="rect">
            <a:avLst/>
          </a:prstGeom>
          <a:solidFill>
            <a:srgbClr val="A68E5D"/>
          </a:solidFill>
          <a:ln/>
        </p:spPr>
      </p:sp>
      <p:sp>
        <p:nvSpPr>
          <p:cNvPr id="68" name="Shape 66"/>
          <p:cNvSpPr/>
          <p:nvPr/>
        </p:nvSpPr>
        <p:spPr>
          <a:xfrm>
            <a:off x="6219486" y="1560570"/>
            <a:ext cx="61976" cy="3919740"/>
          </a:xfrm>
          <a:prstGeom prst="rect">
            <a:avLst/>
          </a:prstGeom>
          <a:solidFill>
            <a:srgbClr val="B1975E"/>
          </a:solidFill>
          <a:ln/>
        </p:spPr>
      </p:sp>
      <p:sp>
        <p:nvSpPr>
          <p:cNvPr id="69" name="Shape 67"/>
          <p:cNvSpPr/>
          <p:nvPr/>
        </p:nvSpPr>
        <p:spPr>
          <a:xfrm>
            <a:off x="6263665" y="1564558"/>
            <a:ext cx="61976" cy="3911764"/>
          </a:xfrm>
          <a:prstGeom prst="rect">
            <a:avLst/>
          </a:prstGeom>
          <a:solidFill>
            <a:srgbClr val="BC9F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307843" y="1569554"/>
            <a:ext cx="61976" cy="3901773"/>
          </a:xfrm>
          <a:prstGeom prst="rect">
            <a:avLst/>
          </a:prstGeom>
          <a:solidFill>
            <a:srgbClr val="C6A760"/>
          </a:solidFill>
          <a:ln/>
        </p:spPr>
      </p:sp>
      <p:sp>
        <p:nvSpPr>
          <p:cNvPr id="71" name="Shape 69"/>
          <p:cNvSpPr/>
          <p:nvPr/>
        </p:nvSpPr>
        <p:spPr>
          <a:xfrm>
            <a:off x="6352022" y="1575566"/>
            <a:ext cx="61976" cy="3889749"/>
          </a:xfrm>
          <a:prstGeom prst="rect">
            <a:avLst/>
          </a:prstGeom>
          <a:solidFill>
            <a:srgbClr val="D1AF61"/>
          </a:solidFill>
          <a:ln/>
        </p:spPr>
      </p:sp>
      <p:sp>
        <p:nvSpPr>
          <p:cNvPr id="72" name="Shape 70"/>
          <p:cNvSpPr/>
          <p:nvPr/>
        </p:nvSpPr>
        <p:spPr>
          <a:xfrm>
            <a:off x="6396201" y="1582603"/>
            <a:ext cx="61976" cy="3875674"/>
          </a:xfrm>
          <a:prstGeom prst="rect">
            <a:avLst/>
          </a:prstGeom>
          <a:solidFill>
            <a:srgbClr val="DCB763"/>
          </a:solidFill>
          <a:ln/>
        </p:spPr>
      </p:sp>
      <p:sp>
        <p:nvSpPr>
          <p:cNvPr id="73" name="Shape 71"/>
          <p:cNvSpPr/>
          <p:nvPr/>
        </p:nvSpPr>
        <p:spPr>
          <a:xfrm>
            <a:off x="6440380" y="1590678"/>
            <a:ext cx="61976" cy="3859525"/>
          </a:xfrm>
          <a:prstGeom prst="rect">
            <a:avLst/>
          </a:prstGeom>
          <a:solidFill>
            <a:srgbClr val="E7BF64"/>
          </a:solidFill>
          <a:ln/>
        </p:spPr>
      </p:sp>
      <p:sp>
        <p:nvSpPr>
          <p:cNvPr id="74" name="Shape 72"/>
          <p:cNvSpPr/>
          <p:nvPr/>
        </p:nvSpPr>
        <p:spPr>
          <a:xfrm>
            <a:off x="6484559" y="1599802"/>
            <a:ext cx="61976" cy="3841276"/>
          </a:xfrm>
          <a:prstGeom prst="rect">
            <a:avLst/>
          </a:prstGeom>
          <a:solidFill>
            <a:srgbClr val="F2C765"/>
          </a:solidFill>
          <a:ln/>
        </p:spPr>
      </p:sp>
      <p:sp>
        <p:nvSpPr>
          <p:cNvPr id="75" name="Shape 73"/>
          <p:cNvSpPr/>
          <p:nvPr/>
        </p:nvSpPr>
        <p:spPr>
          <a:xfrm>
            <a:off x="6528738" y="1609991"/>
            <a:ext cx="61976" cy="3820898"/>
          </a:xfrm>
          <a:prstGeom prst="rect">
            <a:avLst/>
          </a:prstGeom>
          <a:solidFill>
            <a:srgbClr val="FDD06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917" y="1621262"/>
            <a:ext cx="61976" cy="379835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7" name="Shape 75"/>
          <p:cNvSpPr/>
          <p:nvPr/>
        </p:nvSpPr>
        <p:spPr>
          <a:xfrm>
            <a:off x="6617096" y="1633635"/>
            <a:ext cx="61976" cy="377361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8" name="Shape 76"/>
          <p:cNvSpPr/>
          <p:nvPr/>
        </p:nvSpPr>
        <p:spPr>
          <a:xfrm>
            <a:off x="6661274" y="1647131"/>
            <a:ext cx="61976" cy="374661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9" name="Shape 77"/>
          <p:cNvSpPr/>
          <p:nvPr/>
        </p:nvSpPr>
        <p:spPr>
          <a:xfrm>
            <a:off x="6705453" y="1661774"/>
            <a:ext cx="61976" cy="37173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0" name="Shape 78"/>
          <p:cNvSpPr/>
          <p:nvPr/>
        </p:nvSpPr>
        <p:spPr>
          <a:xfrm>
            <a:off x="6749632" y="1677593"/>
            <a:ext cx="61976" cy="368569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1" name="Shape 79"/>
          <p:cNvSpPr/>
          <p:nvPr/>
        </p:nvSpPr>
        <p:spPr>
          <a:xfrm>
            <a:off x="6793811" y="1694617"/>
            <a:ext cx="61976" cy="3651645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2" name="Shape 80"/>
          <p:cNvSpPr/>
          <p:nvPr/>
        </p:nvSpPr>
        <p:spPr>
          <a:xfrm>
            <a:off x="6837990" y="1712881"/>
            <a:ext cx="61976" cy="3615117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3" name="Shape 81"/>
          <p:cNvSpPr/>
          <p:nvPr/>
        </p:nvSpPr>
        <p:spPr>
          <a:xfrm>
            <a:off x="6882169" y="1732423"/>
            <a:ext cx="61976" cy="357603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4" name="Shape 82"/>
          <p:cNvSpPr/>
          <p:nvPr/>
        </p:nvSpPr>
        <p:spPr>
          <a:xfrm>
            <a:off x="6926348" y="1753285"/>
            <a:ext cx="61976" cy="353431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5" name="Shape 83"/>
          <p:cNvSpPr/>
          <p:nvPr/>
        </p:nvSpPr>
        <p:spPr>
          <a:xfrm>
            <a:off x="6970527" y="1775514"/>
            <a:ext cx="61976" cy="34898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6" name="Shape 84"/>
          <p:cNvSpPr/>
          <p:nvPr/>
        </p:nvSpPr>
        <p:spPr>
          <a:xfrm>
            <a:off x="7014705" y="1799164"/>
            <a:ext cx="61976" cy="34425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7" name="Shape 85"/>
          <p:cNvSpPr/>
          <p:nvPr/>
        </p:nvSpPr>
        <p:spPr>
          <a:xfrm>
            <a:off x="7058884" y="1824293"/>
            <a:ext cx="61976" cy="339229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8" name="Shape 86"/>
          <p:cNvSpPr/>
          <p:nvPr/>
        </p:nvSpPr>
        <p:spPr>
          <a:xfrm>
            <a:off x="7103063" y="1850969"/>
            <a:ext cx="61976" cy="333894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9" name="Shape 87"/>
          <p:cNvSpPr/>
          <p:nvPr/>
        </p:nvSpPr>
        <p:spPr>
          <a:xfrm>
            <a:off x="7147242" y="1879268"/>
            <a:ext cx="61976" cy="3282345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0" name="Shape 88"/>
          <p:cNvSpPr/>
          <p:nvPr/>
        </p:nvSpPr>
        <p:spPr>
          <a:xfrm>
            <a:off x="7191421" y="1909273"/>
            <a:ext cx="61976" cy="322233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1" name="Shape 89"/>
          <p:cNvSpPr/>
          <p:nvPr/>
        </p:nvSpPr>
        <p:spPr>
          <a:xfrm>
            <a:off x="7235600" y="1941084"/>
            <a:ext cx="61976" cy="315871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2" name="Shape 90"/>
          <p:cNvSpPr/>
          <p:nvPr/>
        </p:nvSpPr>
        <p:spPr>
          <a:xfrm>
            <a:off x="7279779" y="1974811"/>
            <a:ext cx="61976" cy="309125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3" name="Shape 91"/>
          <p:cNvSpPr/>
          <p:nvPr/>
        </p:nvSpPr>
        <p:spPr>
          <a:xfrm>
            <a:off x="7323958" y="2010582"/>
            <a:ext cx="61976" cy="301971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4" name="Shape 92"/>
          <p:cNvSpPr/>
          <p:nvPr/>
        </p:nvSpPr>
        <p:spPr>
          <a:xfrm>
            <a:off x="7368136" y="2048547"/>
            <a:ext cx="61976" cy="2943785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5" name="Shape 93"/>
          <p:cNvSpPr/>
          <p:nvPr/>
        </p:nvSpPr>
        <p:spPr>
          <a:xfrm>
            <a:off x="7412315" y="2088881"/>
            <a:ext cx="61976" cy="286311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6" name="Shape 94"/>
          <p:cNvSpPr/>
          <p:nvPr/>
        </p:nvSpPr>
        <p:spPr>
          <a:xfrm>
            <a:off x="7456494" y="2131789"/>
            <a:ext cx="61976" cy="277730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7" name="Shape 95"/>
          <p:cNvSpPr/>
          <p:nvPr/>
        </p:nvSpPr>
        <p:spPr>
          <a:xfrm>
            <a:off x="7500673" y="2177518"/>
            <a:ext cx="61976" cy="268584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8" name="Shape 96"/>
          <p:cNvSpPr/>
          <p:nvPr/>
        </p:nvSpPr>
        <p:spPr>
          <a:xfrm>
            <a:off x="7544852" y="2226368"/>
            <a:ext cx="61976" cy="2588143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9" name="Shape 97"/>
          <p:cNvSpPr/>
          <p:nvPr/>
        </p:nvSpPr>
        <p:spPr>
          <a:xfrm>
            <a:off x="7589031" y="2278707"/>
            <a:ext cx="61976" cy="248346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0" name="Shape 98"/>
          <p:cNvSpPr/>
          <p:nvPr/>
        </p:nvSpPr>
        <p:spPr>
          <a:xfrm>
            <a:off x="7633210" y="2334996"/>
            <a:ext cx="61976" cy="2370887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1" name="Shape 99"/>
          <p:cNvSpPr/>
          <p:nvPr/>
        </p:nvSpPr>
        <p:spPr>
          <a:xfrm>
            <a:off x="7677389" y="2395829"/>
            <a:ext cx="61976" cy="224922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721567" y="2461989"/>
            <a:ext cx="61976" cy="211690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765746" y="2534548"/>
            <a:ext cx="61976" cy="197178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809925" y="2615042"/>
            <a:ext cx="61976" cy="1810795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854104" y="2705822"/>
            <a:ext cx="61976" cy="162923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898283" y="2810822"/>
            <a:ext cx="61976" cy="141923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942462" y="2937681"/>
            <a:ext cx="61976" cy="116551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986641" y="3106005"/>
            <a:ext cx="61976" cy="82886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747108" y="2468880"/>
            <a:ext cx="1051560" cy="640080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6141568" y="3383280"/>
            <a:ext cx="914400" cy="548640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5250028" y="4206240"/>
            <a:ext cx="1234440" cy="548640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6553048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B00"/>
                </a:solidFill>
              </a:rPr>
              <a:t>ひる</a:t>
            </a:r>
            <a:endParaRPr lang="en-US" sz="2000" dirty="0"/>
          </a:p>
        </p:txBody>
      </p:sp>
      <p:sp>
        <p:nvSpPr>
          <p:cNvPr id="113" name="Text 111"/>
          <p:cNvSpPr/>
          <p:nvPr/>
        </p:nvSpPr>
        <p:spPr>
          <a:xfrm>
            <a:off x="4358488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8ED"/>
                </a:solidFill>
              </a:rPr>
              <a:t>よる</a:t>
            </a:r>
            <a:endParaRPr lang="en-US" sz="2000" dirty="0"/>
          </a:p>
        </p:txBody>
      </p:sp>
      <p:sp>
        <p:nvSpPr>
          <p:cNvPr id="114" name="Shape 112"/>
          <p:cNvSpPr/>
          <p:nvPr/>
        </p:nvSpPr>
        <p:spPr>
          <a:xfrm>
            <a:off x="457200" y="562356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77240" y="573328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ちきゅうがまわると、ひるとよるがかわりばんこにきます。ひかりがあたるほうがひる、はんたいがよるです。</a:t>
            </a:r>
            <a:endParaRPr lang="en-US" sz="2000" dirty="0"/>
          </a:p>
        </p:txBody>
      </p:sp>
      <p:sp>
        <p:nvSpPr>
          <p:cNvPr id="116" name="Text 1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" y="865145"/>
            <a:ext cx="63024" cy="630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994882" y="520088"/>
            <a:ext cx="57544" cy="575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9667576" y="951696"/>
            <a:ext cx="80880" cy="808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775201" y="948382"/>
            <a:ext cx="61652" cy="616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8674316" y="211177"/>
            <a:ext cx="80825" cy="808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2131837" y="2380349"/>
            <a:ext cx="84384" cy="843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8527" y="738710"/>
            <a:ext cx="86297" cy="862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950593" y="32660"/>
            <a:ext cx="34038" cy="340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7614079" y="1302047"/>
            <a:ext cx="50527" cy="505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3979195" y="1547452"/>
            <a:ext cx="85703" cy="857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734838" y="2264519"/>
            <a:ext cx="41936" cy="419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0988" y="1993919"/>
            <a:ext cx="47681" cy="476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4578" y="998838"/>
            <a:ext cx="69994" cy="699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4605344" y="2054844"/>
            <a:ext cx="65366" cy="653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47936" y="2678907"/>
            <a:ext cx="33326" cy="333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567291" y="124072"/>
            <a:ext cx="37860" cy="378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63142" y="2577968"/>
            <a:ext cx="69770" cy="697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5823272" y="2023085"/>
            <a:ext cx="27885" cy="278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9397578" y="379040"/>
            <a:ext cx="46473" cy="464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4996151" y="1373904"/>
            <a:ext cx="66806" cy="668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3391400" y="695823"/>
            <a:ext cx="37589" cy="375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8320482" y="810435"/>
            <a:ext cx="50619" cy="506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25601" y="2429713"/>
            <a:ext cx="48679" cy="486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9624" y="364124"/>
            <a:ext cx="85752" cy="857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472851" y="1138720"/>
            <a:ext cx="71801" cy="718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4547987" y="1863109"/>
            <a:ext cx="83255" cy="832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6549376" y="1965635"/>
            <a:ext cx="28972" cy="289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4200020" y="2701507"/>
            <a:ext cx="62867" cy="628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654696" y="2489111"/>
            <a:ext cx="43338" cy="433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7286674" y="349800"/>
            <a:ext cx="36848" cy="368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11093265" y="2046102"/>
            <a:ext cx="29352" cy="293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3276675" y="269371"/>
            <a:ext cx="51689" cy="51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9862583" y="481145"/>
            <a:ext cx="83113" cy="831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6136697" y="2231489"/>
            <a:ext cx="82360" cy="823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60123" y="1303925"/>
            <a:ext cx="83238" cy="832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0985767" y="1519975"/>
            <a:ext cx="63370" cy="633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156304" y="240488"/>
            <a:ext cx="54200" cy="542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355093" y="2428131"/>
            <a:ext cx="68417" cy="684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3173597" y="2736539"/>
            <a:ext cx="39753" cy="397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3256665" y="1405993"/>
            <a:ext cx="41280" cy="412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5832721" y="2096677"/>
            <a:ext cx="84600" cy="846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3459416" y="45907"/>
            <a:ext cx="44392" cy="443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5789443" y="282907"/>
            <a:ext cx="47395" cy="473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11237528" y="1706231"/>
            <a:ext cx="72918" cy="729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6468592" y="963120"/>
            <a:ext cx="80657" cy="806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6037833" y="1434698"/>
            <a:ext cx="33157" cy="331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6296530" y="418294"/>
            <a:ext cx="78377" cy="783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6111160" y="1669507"/>
            <a:ext cx="73046" cy="730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48003" y="481747"/>
            <a:ext cx="63176" cy="631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6262563" y="898088"/>
            <a:ext cx="52607" cy="526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6766560" y="1097280"/>
            <a:ext cx="3657600" cy="3657600"/>
          </a:xfrm>
          <a:prstGeom prst="ellipse">
            <a:avLst/>
          </a:prstGeom>
          <a:solidFill>
            <a:srgbClr val="F1EAD6"/>
          </a:solidFill>
          <a:ln/>
          <a:effectLst>
            <a:outerShdw sx="100000" sy="100000" kx="0" ky="0" algn="bl" rotWithShape="0" blurRad="508000" dist="50800" dir="16200000">
              <a:srgbClr val="FFF3C4">
                <a:alpha val="6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726680" y="2331720"/>
            <a:ext cx="457200" cy="457200"/>
          </a:xfrm>
          <a:prstGeom prst="ellipse">
            <a:avLst/>
          </a:prstGeom>
          <a:solidFill>
            <a:srgbClr val="D8CFAF"/>
          </a:solidFill>
          <a:ln/>
        </p:spPr>
      </p:sp>
      <p:sp>
        <p:nvSpPr>
          <p:cNvPr id="72" name="Shape 70"/>
          <p:cNvSpPr/>
          <p:nvPr/>
        </p:nvSpPr>
        <p:spPr>
          <a:xfrm>
            <a:off x="8869680" y="3200400"/>
            <a:ext cx="365760" cy="365760"/>
          </a:xfrm>
          <a:prstGeom prst="ellipse">
            <a:avLst/>
          </a:prstGeom>
          <a:solidFill>
            <a:srgbClr val="D8CFAF"/>
          </a:solidFill>
          <a:ln/>
        </p:spPr>
      </p:sp>
      <p:sp>
        <p:nvSpPr>
          <p:cNvPr id="73" name="Shape 71"/>
          <p:cNvSpPr/>
          <p:nvPr/>
        </p:nvSpPr>
        <p:spPr>
          <a:xfrm>
            <a:off x="8275320" y="3520440"/>
            <a:ext cx="274320" cy="274320"/>
          </a:xfrm>
          <a:prstGeom prst="ellipse">
            <a:avLst/>
          </a:prstGeom>
          <a:solidFill>
            <a:srgbClr val="D8CFAF"/>
          </a:solidFill>
          <a:ln/>
        </p:spPr>
      </p:sp>
      <p:sp>
        <p:nvSpPr>
          <p:cNvPr id="74" name="Shape 72"/>
          <p:cNvSpPr/>
          <p:nvPr/>
        </p:nvSpPr>
        <p:spPr>
          <a:xfrm>
            <a:off x="9166860" y="2125980"/>
            <a:ext cx="320040" cy="320040"/>
          </a:xfrm>
          <a:prstGeom prst="ellipse">
            <a:avLst/>
          </a:prstGeom>
          <a:solidFill>
            <a:srgbClr val="D8CFAF"/>
          </a:solidFill>
          <a:ln/>
        </p:spPr>
      </p:sp>
      <p:sp>
        <p:nvSpPr>
          <p:cNvPr id="75" name="Shape 73"/>
          <p:cNvSpPr/>
          <p:nvPr/>
        </p:nvSpPr>
        <p:spPr>
          <a:xfrm>
            <a:off x="1891436" y="5519318"/>
            <a:ext cx="1703527" cy="1975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817370" y="4992624"/>
            <a:ext cx="526694" cy="52669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7" name="Shape 75"/>
          <p:cNvSpPr/>
          <p:nvPr/>
        </p:nvSpPr>
        <p:spPr>
          <a:xfrm>
            <a:off x="3142336" y="4992624"/>
            <a:ext cx="526694" cy="52669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8" name="Shape 76"/>
          <p:cNvSpPr/>
          <p:nvPr/>
        </p:nvSpPr>
        <p:spPr>
          <a:xfrm>
            <a:off x="1796796" y="3774643"/>
            <a:ext cx="1892808" cy="1349654"/>
          </a:xfrm>
          <a:prstGeom prst="roundRect">
            <a:avLst>
              <a:gd name="adj" fmla="val 8130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061789" y="3963595"/>
            <a:ext cx="1362822" cy="755806"/>
          </a:xfrm>
          <a:prstGeom prst="roundRect">
            <a:avLst>
              <a:gd name="adj" fmla="val 9679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65422" y="4157590"/>
            <a:ext cx="246888" cy="24688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1" name="Shape 79"/>
          <p:cNvSpPr/>
          <p:nvPr/>
        </p:nvSpPr>
        <p:spPr>
          <a:xfrm>
            <a:off x="2345661" y="4157590"/>
            <a:ext cx="74066" cy="740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2974090" y="4157590"/>
            <a:ext cx="246888" cy="24688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3054328" y="4157590"/>
            <a:ext cx="74066" cy="740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2111687" y="4363330"/>
            <a:ext cx="164592" cy="164592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210121" y="4363330"/>
            <a:ext cx="164592" cy="164592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2446934" y="4343183"/>
            <a:ext cx="59253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3600" dirty="0"/>
          </a:p>
        </p:txBody>
      </p:sp>
      <p:sp>
        <p:nvSpPr>
          <p:cNvPr id="87" name="Text 85"/>
          <p:cNvSpPr/>
          <p:nvPr/>
        </p:nvSpPr>
        <p:spPr>
          <a:xfrm>
            <a:off x="2282342" y="3083357"/>
            <a:ext cx="9217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80" dirty="0">
                <a:solidFill>
                  <a:srgbClr val="000000"/>
                </a:solidFill>
              </a:rPr>
              <a:t>🎩</a:t>
            </a:r>
            <a:endParaRPr lang="en-US" sz="4680" dirty="0"/>
          </a:p>
        </p:txBody>
      </p:sp>
      <p:sp>
        <p:nvSpPr>
          <p:cNvPr id="88" name="Text 86"/>
          <p:cNvSpPr/>
          <p:nvPr/>
        </p:nvSpPr>
        <p:spPr>
          <a:xfrm>
            <a:off x="1920240" y="571682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ぎんじろう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206240" y="35661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 rot="12000000">
            <a:off x="4494276" y="45537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A35C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43400" y="3639312"/>
            <a:ext cx="1645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わしに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まかせい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457200" y="27432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7240" y="38404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つぎにみえてきたのは、まんまるいつき。ぐんじろうが「わしにまかせい」とはなしはじめました。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0" y="572124"/>
            <a:ext cx="47381" cy="473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90217" y="523011"/>
            <a:ext cx="60556" cy="605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5757656" y="360521"/>
            <a:ext cx="41419" cy="414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714382" y="486836"/>
            <a:ext cx="65074" cy="650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5070" y="108404"/>
            <a:ext cx="41358" cy="413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1698" y="709849"/>
            <a:ext cx="58075" cy="580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3753040" y="1019285"/>
            <a:ext cx="28175" cy="281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7022330" y="912878"/>
            <a:ext cx="28298" cy="282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13826" y="668384"/>
            <a:ext cx="33634" cy="336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92131" y="410311"/>
            <a:ext cx="85130" cy="851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746660" y="1034437"/>
            <a:ext cx="88193" cy="881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2408" y="1023545"/>
            <a:ext cx="88110" cy="881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89374" y="1024801"/>
            <a:ext cx="55048" cy="550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7504217" y="30692"/>
            <a:ext cx="88362" cy="883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4287712" y="1119140"/>
            <a:ext cx="27515" cy="275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96546" y="703770"/>
            <a:ext cx="70907" cy="709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0287" y="555261"/>
            <a:ext cx="260415" cy="26041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5186429" y="1038517"/>
            <a:ext cx="59934" cy="599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583980" y="66558"/>
            <a:ext cx="80381" cy="803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4276597" y="705271"/>
            <a:ext cx="51541" cy="515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292201" y="485205"/>
            <a:ext cx="38604" cy="386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6714191" y="1184119"/>
            <a:ext cx="101205" cy="10120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18992" y="991221"/>
            <a:ext cx="63606" cy="636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99094" y="826997"/>
            <a:ext cx="59580" cy="595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6814" y="328511"/>
            <a:ext cx="89039" cy="890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8633" y="188300"/>
            <a:ext cx="112892" cy="11289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8423483" y="368946"/>
            <a:ext cx="80332" cy="803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15869" y="618677"/>
            <a:ext cx="60010" cy="600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224318" y="1021711"/>
            <a:ext cx="83333" cy="833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9234511" y="435596"/>
            <a:ext cx="82595" cy="825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3703320" y="868680"/>
            <a:ext cx="4663440" cy="4663440"/>
          </a:xfrm>
          <a:prstGeom prst="ellipse">
            <a:avLst/>
          </a:prstGeom>
          <a:solidFill>
            <a:srgbClr val="F1EAD6"/>
          </a:solidFill>
          <a:ln/>
        </p:spPr>
      </p:sp>
      <p:sp>
        <p:nvSpPr>
          <p:cNvPr id="51" name="Shape 49"/>
          <p:cNvSpPr/>
          <p:nvPr/>
        </p:nvSpPr>
        <p:spPr>
          <a:xfrm>
            <a:off x="6689190" y="3058095"/>
            <a:ext cx="285473" cy="285473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49262" y="3471155"/>
            <a:ext cx="317368" cy="317368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37288" y="2939802"/>
            <a:ext cx="338341" cy="338341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49242" y="3373489"/>
            <a:ext cx="417779" cy="417779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7005" y="3536323"/>
            <a:ext cx="376466" cy="376466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45896" y="2490451"/>
            <a:ext cx="210755" cy="210755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11384" y="4295381"/>
            <a:ext cx="377871" cy="377871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00878" y="2783680"/>
            <a:ext cx="260173" cy="260173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37053" y="4434053"/>
            <a:ext cx="186703" cy="186703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85587" y="3953711"/>
            <a:ext cx="417620" cy="417620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80157" y="3021131"/>
            <a:ext cx="474861" cy="474861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71987" y="2984538"/>
            <a:ext cx="383872" cy="383872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7903" y="2815076"/>
            <a:ext cx="479610" cy="479610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80988" y="3126122"/>
            <a:ext cx="448878" cy="448878"/>
          </a:xfrm>
          <a:prstGeom prst="ellipse">
            <a:avLst/>
          </a:prstGeom>
          <a:solidFill>
            <a:srgbClr val="D8CFAF"/>
          </a:solidFill>
          <a:ln w="6350">
            <a:solidFill>
              <a:srgbClr val="C4B89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88538" y="5873191"/>
            <a:ext cx="1088365" cy="126187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41218" y="5536692"/>
            <a:ext cx="336499" cy="33649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7" name="Shape 65"/>
          <p:cNvSpPr/>
          <p:nvPr/>
        </p:nvSpPr>
        <p:spPr>
          <a:xfrm>
            <a:off x="10587723" y="5536692"/>
            <a:ext cx="336499" cy="33649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8" name="Shape 66"/>
          <p:cNvSpPr/>
          <p:nvPr/>
        </p:nvSpPr>
        <p:spPr>
          <a:xfrm>
            <a:off x="9728073" y="4758538"/>
            <a:ext cx="1209294" cy="862279"/>
          </a:xfrm>
          <a:prstGeom prst="roundRect">
            <a:avLst>
              <a:gd name="adj" fmla="val 12725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897374" y="4879257"/>
            <a:ext cx="870692" cy="482876"/>
          </a:xfrm>
          <a:prstGeom prst="roundRect">
            <a:avLst>
              <a:gd name="adj" fmla="val 15149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27473" y="5003198"/>
            <a:ext cx="157734" cy="1577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1" name="Shape 69"/>
          <p:cNvSpPr/>
          <p:nvPr/>
        </p:nvSpPr>
        <p:spPr>
          <a:xfrm>
            <a:off x="10078737" y="5003198"/>
            <a:ext cx="47320" cy="47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0480233" y="5003198"/>
            <a:ext cx="157734" cy="1577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3" name="Shape 71"/>
          <p:cNvSpPr/>
          <p:nvPr/>
        </p:nvSpPr>
        <p:spPr>
          <a:xfrm>
            <a:off x="10531496" y="5003198"/>
            <a:ext cx="47320" cy="47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9929253" y="5134643"/>
            <a:ext cx="105156" cy="10515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631031" y="5134643"/>
            <a:ext cx="105156" cy="10515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143439" y="5121772"/>
            <a:ext cx="378562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300" dirty="0"/>
          </a:p>
        </p:txBody>
      </p:sp>
      <p:sp>
        <p:nvSpPr>
          <p:cNvPr id="77" name="Text 75"/>
          <p:cNvSpPr/>
          <p:nvPr/>
        </p:nvSpPr>
        <p:spPr>
          <a:xfrm>
            <a:off x="10038283" y="4316882"/>
            <a:ext cx="58887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990" dirty="0">
                <a:solidFill>
                  <a:srgbClr val="000000"/>
                </a:solidFill>
              </a:rPr>
              <a:t>🎩</a:t>
            </a:r>
            <a:endParaRPr lang="en-US" sz="2990" dirty="0"/>
          </a:p>
        </p:txBody>
      </p:sp>
      <p:sp>
        <p:nvSpPr>
          <p:cNvPr id="78" name="Shape 76"/>
          <p:cNvSpPr/>
          <p:nvPr/>
        </p:nvSpPr>
        <p:spPr>
          <a:xfrm>
            <a:off x="457200" y="562356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573328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「つきにはでこぼこのあながたくさんあるんじゃ。むかしむかし、いんせきがぶつかったあとじゃよ。」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5" y="1057876"/>
            <a:ext cx="31737" cy="317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4793858" y="1147591"/>
            <a:ext cx="63567" cy="635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47735" y="395596"/>
            <a:ext cx="65966" cy="659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45258" y="758706"/>
            <a:ext cx="68496" cy="684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823" y="168941"/>
            <a:ext cx="65900" cy="659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9865" y="441239"/>
            <a:ext cx="31767" cy="317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77554" y="590968"/>
            <a:ext cx="34062" cy="340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94068" y="757648"/>
            <a:ext cx="86566" cy="865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1877" y="1041637"/>
            <a:ext cx="242249" cy="24224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7213373" y="140682"/>
            <a:ext cx="84556" cy="845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58483" y="1445856"/>
            <a:ext cx="70441" cy="704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9975524" y="1595135"/>
            <a:ext cx="64532" cy="645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3322476" y="433310"/>
            <a:ext cx="40102" cy="401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03091" y="546596"/>
            <a:ext cx="142050" cy="14205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19184" y="1411606"/>
            <a:ext cx="85711" cy="857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34105" y="99258"/>
            <a:ext cx="39946" cy="399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37432" y="1696615"/>
            <a:ext cx="39833" cy="398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4549587" y="1618468"/>
            <a:ext cx="27975" cy="279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3962077" y="1766272"/>
            <a:ext cx="50281" cy="502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3557042" y="1099123"/>
            <a:ext cx="36276" cy="362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4698" y="922418"/>
            <a:ext cx="39620" cy="396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5107901" y="1014108"/>
            <a:ext cx="80859" cy="808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12383" y="1212250"/>
            <a:ext cx="78532" cy="785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2586870" y="291299"/>
            <a:ext cx="33408" cy="334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1520777" y="179456"/>
            <a:ext cx="126809" cy="12680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5457584" y="1124727"/>
            <a:ext cx="56015" cy="560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97590" y="1572508"/>
            <a:ext cx="67685" cy="676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5040024" y="1795445"/>
            <a:ext cx="171458" cy="17145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7985636" y="1259768"/>
            <a:ext cx="59320" cy="593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82348" y="1011360"/>
            <a:ext cx="64334" cy="643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1120222" y="539602"/>
            <a:ext cx="89208" cy="8920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3932011" y="947017"/>
            <a:ext cx="43739" cy="437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2081743" y="1482196"/>
            <a:ext cx="68646" cy="686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9802375" y="322151"/>
            <a:ext cx="67743" cy="677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53808" y="1408900"/>
            <a:ext cx="30392" cy="303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991225" y="850220"/>
            <a:ext cx="70558" cy="705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9749225" y="1655430"/>
            <a:ext cx="72355" cy="723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311094" y="1576745"/>
            <a:ext cx="63812" cy="638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6246655" y="726192"/>
            <a:ext cx="80622" cy="806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6346337" y="1490554"/>
            <a:ext cx="56851" cy="568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11875944" y="1311582"/>
            <a:ext cx="70431" cy="704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4151299" y="1499766"/>
            <a:ext cx="34983" cy="349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4508993" y="1689366"/>
            <a:ext cx="64189" cy="641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1293338" y="1730745"/>
            <a:ext cx="82016" cy="820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447293" y="1136256"/>
            <a:ext cx="52897" cy="528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1508760" y="2514600"/>
            <a:ext cx="1737360" cy="1737360"/>
          </a:xfrm>
          <a:prstGeom prst="ellipse">
            <a:avLst/>
          </a:prstGeom>
          <a:solidFill>
            <a:srgbClr val="1B2A57"/>
          </a:solidFill>
          <a:ln w="19050">
            <a:solidFill>
              <a:srgbClr val="F1EA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63624" y="2569464"/>
            <a:ext cx="1627632" cy="1627632"/>
          </a:xfrm>
          <a:prstGeom prst="ellipse">
            <a:avLst/>
          </a:prstGeom>
          <a:solidFill>
            <a:srgbClr val="F1EAD6"/>
          </a:solidFill>
          <a:ln/>
        </p:spPr>
      </p:sp>
      <p:sp>
        <p:nvSpPr>
          <p:cNvPr id="67" name="Text 65"/>
          <p:cNvSpPr/>
          <p:nvPr/>
        </p:nvSpPr>
        <p:spPr>
          <a:xfrm>
            <a:off x="137160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まんまるいひ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4069080" y="2514600"/>
            <a:ext cx="1737360" cy="1737360"/>
          </a:xfrm>
          <a:prstGeom prst="ellipse">
            <a:avLst/>
          </a:prstGeom>
          <a:solidFill>
            <a:srgbClr val="1B2A57"/>
          </a:solidFill>
          <a:ln w="19050">
            <a:solidFill>
              <a:srgbClr val="F1EA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23944" y="2569464"/>
            <a:ext cx="1627632" cy="1627632"/>
          </a:xfrm>
          <a:prstGeom prst="ellipse">
            <a:avLst/>
          </a:prstGeom>
          <a:solidFill>
            <a:srgbClr val="F1EAD6"/>
          </a:solidFill>
          <a:ln/>
        </p:spPr>
      </p:sp>
      <p:sp>
        <p:nvSpPr>
          <p:cNvPr id="70" name="Shape 68"/>
          <p:cNvSpPr/>
          <p:nvPr/>
        </p:nvSpPr>
        <p:spPr>
          <a:xfrm>
            <a:off x="4023360" y="2468880"/>
            <a:ext cx="914400" cy="1828800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71" name="Text 69"/>
          <p:cNvSpPr/>
          <p:nvPr/>
        </p:nvSpPr>
        <p:spPr>
          <a:xfrm>
            <a:off x="393192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はんぶんのひ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629400" y="2514600"/>
            <a:ext cx="1737360" cy="1737360"/>
          </a:xfrm>
          <a:prstGeom prst="ellipse">
            <a:avLst/>
          </a:prstGeom>
          <a:solidFill>
            <a:srgbClr val="1B2A57"/>
          </a:solidFill>
          <a:ln w="19050">
            <a:solidFill>
              <a:srgbClr val="F1EA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84264" y="2569464"/>
            <a:ext cx="1627632" cy="1627632"/>
          </a:xfrm>
          <a:prstGeom prst="ellipse">
            <a:avLst/>
          </a:prstGeom>
          <a:solidFill>
            <a:srgbClr val="F1EAD6"/>
          </a:solidFill>
          <a:ln/>
        </p:spPr>
      </p:sp>
      <p:sp>
        <p:nvSpPr>
          <p:cNvPr id="74" name="Shape 72"/>
          <p:cNvSpPr/>
          <p:nvPr/>
        </p:nvSpPr>
        <p:spPr>
          <a:xfrm>
            <a:off x="5630418" y="2514600"/>
            <a:ext cx="1737360" cy="1737360"/>
          </a:xfrm>
          <a:prstGeom prst="ellipse">
            <a:avLst/>
          </a:prstGeom>
          <a:solidFill>
            <a:srgbClr val="1B2A57"/>
          </a:solidFill>
          <a:ln/>
        </p:spPr>
      </p:sp>
      <p:sp>
        <p:nvSpPr>
          <p:cNvPr id="75" name="Text 73"/>
          <p:cNvSpPr/>
          <p:nvPr/>
        </p:nvSpPr>
        <p:spPr>
          <a:xfrm>
            <a:off x="649224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みかづき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9189720" y="2514600"/>
            <a:ext cx="1737360" cy="1737360"/>
          </a:xfrm>
          <a:prstGeom prst="ellipse">
            <a:avLst/>
          </a:prstGeom>
          <a:solidFill>
            <a:srgbClr val="1B2A57"/>
          </a:solidFill>
          <a:ln w="19050">
            <a:solidFill>
              <a:srgbClr val="F1EAD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5256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しんげつ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457200" y="5532120"/>
            <a:ext cx="11277295" cy="1051560"/>
          </a:xfrm>
          <a:prstGeom prst="roundRect">
            <a:avLst>
              <a:gd name="adj" fmla="val 10435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5641848"/>
            <a:ext cx="10637215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つきはかたちをかえながら、ちきゅうのまわりをまわっています。まるいひ、はんぶんのひ、みかづき。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240" y="4869120"/>
            <a:ext cx="240307" cy="24030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89194" y="5805087"/>
            <a:ext cx="66578" cy="665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29510" y="1035610"/>
            <a:ext cx="90514" cy="905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784439" y="3082242"/>
            <a:ext cx="71918" cy="719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8838272" y="686324"/>
            <a:ext cx="90442" cy="904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5209727" y="6364534"/>
            <a:ext cx="69466" cy="694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2067" y="5829808"/>
            <a:ext cx="39948" cy="399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4974110" y="791946"/>
            <a:ext cx="80826" cy="808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1624" y="4231651"/>
            <a:ext cx="63857" cy="638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34614" y="5715020"/>
            <a:ext cx="83982" cy="839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8611" y="5302288"/>
            <a:ext cx="52689" cy="52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5726945" y="6480237"/>
            <a:ext cx="40954" cy="409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47273" y="4617822"/>
            <a:ext cx="89163" cy="891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10269" y="3935044"/>
            <a:ext cx="70346" cy="703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3958960" y="4591649"/>
            <a:ext cx="79900" cy="799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9271665" y="3832234"/>
            <a:ext cx="72993" cy="729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74576" y="2891997"/>
            <a:ext cx="56868" cy="568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3912745" y="6575025"/>
            <a:ext cx="180073" cy="18007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40174" y="6032480"/>
            <a:ext cx="84189" cy="841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2837488" y="4465187"/>
            <a:ext cx="85019" cy="850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9285499" y="4318825"/>
            <a:ext cx="121907" cy="12190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3501610" y="1262314"/>
            <a:ext cx="63975" cy="639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05773" y="3781767"/>
            <a:ext cx="88351" cy="8835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6866341" y="4612404"/>
            <a:ext cx="213732" cy="21373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4353045" y="6444040"/>
            <a:ext cx="59508" cy="595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2008231" y="568705"/>
            <a:ext cx="74399" cy="743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2171697" y="2959313"/>
            <a:ext cx="55037" cy="550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1555873" y="3293497"/>
            <a:ext cx="54296" cy="542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2555258" y="3974809"/>
            <a:ext cx="105923" cy="10592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938490" y="5251649"/>
            <a:ext cx="46073" cy="460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2229549" y="3906632"/>
            <a:ext cx="29928" cy="299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9678" y="1561256"/>
            <a:ext cx="39764" cy="397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4287171" y="877920"/>
            <a:ext cx="61412" cy="614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11635215" y="5880740"/>
            <a:ext cx="28430" cy="284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54803" y="6295157"/>
            <a:ext cx="203929" cy="20392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8185650" y="2882519"/>
            <a:ext cx="126442" cy="12644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9545686" y="2153186"/>
            <a:ext cx="81433" cy="814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3384942" y="2405026"/>
            <a:ext cx="29506" cy="295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7783184" y="4093153"/>
            <a:ext cx="37049" cy="370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7891173" y="3197876"/>
            <a:ext cx="32632" cy="326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2705860" y="1327801"/>
            <a:ext cx="31342" cy="313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4497240" y="4949799"/>
            <a:ext cx="62282" cy="622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3868768" y="2291048"/>
            <a:ext cx="72587" cy="725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2417091" y="744650"/>
            <a:ext cx="86564" cy="865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3532492" y="5187541"/>
            <a:ext cx="39017" cy="390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6630013" y="6034369"/>
            <a:ext cx="60478" cy="604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5747149" y="5474254"/>
            <a:ext cx="80860" cy="808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067829" y="1311098"/>
            <a:ext cx="35523" cy="355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9815761" y="4308876"/>
            <a:ext cx="80300" cy="803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4483823" y="1547186"/>
            <a:ext cx="72961" cy="729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11664427" y="882532"/>
            <a:ext cx="80744" cy="807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810817" y="5219697"/>
            <a:ext cx="90578" cy="905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4201759" y="2622295"/>
            <a:ext cx="59264" cy="592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8784148" y="3337925"/>
            <a:ext cx="46662" cy="466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4990844" y="1268464"/>
            <a:ext cx="68545" cy="685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6320230" y="5656727"/>
            <a:ext cx="28917" cy="289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3346500" y="2443238"/>
            <a:ext cx="70946" cy="709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7244448" y="6283578"/>
            <a:ext cx="43848" cy="438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869609" y="5551791"/>
            <a:ext cx="82128" cy="821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9776713" y="5474773"/>
            <a:ext cx="34122" cy="341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5602737" y="4913293"/>
            <a:ext cx="32419" cy="324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1" name="Shape 79"/>
          <p:cNvSpPr/>
          <p:nvPr/>
        </p:nvSpPr>
        <p:spPr>
          <a:xfrm>
            <a:off x="9107864" y="5141761"/>
            <a:ext cx="272115" cy="27211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82" name="Shape 80"/>
          <p:cNvSpPr/>
          <p:nvPr/>
        </p:nvSpPr>
        <p:spPr>
          <a:xfrm>
            <a:off x="2393809" y="86100"/>
            <a:ext cx="27927" cy="279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3" name="Shape 81"/>
          <p:cNvSpPr/>
          <p:nvPr/>
        </p:nvSpPr>
        <p:spPr>
          <a:xfrm>
            <a:off x="653185" y="3122824"/>
            <a:ext cx="36989" cy="369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4" name="Shape 82"/>
          <p:cNvSpPr/>
          <p:nvPr/>
        </p:nvSpPr>
        <p:spPr>
          <a:xfrm>
            <a:off x="10636340" y="5810823"/>
            <a:ext cx="70215" cy="702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5" name="Shape 83"/>
          <p:cNvSpPr/>
          <p:nvPr/>
        </p:nvSpPr>
        <p:spPr>
          <a:xfrm>
            <a:off x="4492676" y="5159045"/>
            <a:ext cx="1987448" cy="23042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4406265" y="4544568"/>
            <a:ext cx="614477" cy="61447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7" name="Shape 85"/>
          <p:cNvSpPr/>
          <p:nvPr/>
        </p:nvSpPr>
        <p:spPr>
          <a:xfrm>
            <a:off x="5952058" y="4544568"/>
            <a:ext cx="614477" cy="61447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8" name="Shape 86"/>
          <p:cNvSpPr/>
          <p:nvPr/>
        </p:nvSpPr>
        <p:spPr>
          <a:xfrm>
            <a:off x="4382262" y="3123590"/>
            <a:ext cx="2208276" cy="1574597"/>
          </a:xfrm>
          <a:prstGeom prst="roundRect">
            <a:avLst>
              <a:gd name="adj" fmla="val 6969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691421" y="3344034"/>
            <a:ext cx="1589959" cy="881774"/>
          </a:xfrm>
          <a:prstGeom prst="roundRect">
            <a:avLst>
              <a:gd name="adj" fmla="val 8296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928993" y="3570361"/>
            <a:ext cx="288036" cy="28803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1" name="Shape 89"/>
          <p:cNvSpPr/>
          <p:nvPr/>
        </p:nvSpPr>
        <p:spPr>
          <a:xfrm>
            <a:off x="5022604" y="3570361"/>
            <a:ext cx="86411" cy="864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5755771" y="3570361"/>
            <a:ext cx="288036" cy="28803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5849383" y="3570361"/>
            <a:ext cx="86411" cy="864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4749635" y="3810391"/>
            <a:ext cx="192024" cy="1920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6031141" y="3810391"/>
            <a:ext cx="192024" cy="1920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5140757" y="3786887"/>
            <a:ext cx="691286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◡</a:t>
            </a:r>
            <a:endParaRPr lang="en-US" sz="4200" dirty="0"/>
          </a:p>
        </p:txBody>
      </p:sp>
      <p:sp>
        <p:nvSpPr>
          <p:cNvPr id="97" name="Text 95"/>
          <p:cNvSpPr/>
          <p:nvPr/>
        </p:nvSpPr>
        <p:spPr>
          <a:xfrm>
            <a:off x="4948733" y="2317090"/>
            <a:ext cx="10753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60" dirty="0">
                <a:solidFill>
                  <a:srgbClr val="000000"/>
                </a:solidFill>
              </a:rPr>
              <a:t>🎀</a:t>
            </a:r>
            <a:endParaRPr lang="en-US" sz="5460" dirty="0"/>
          </a:p>
        </p:txBody>
      </p:sp>
      <p:sp>
        <p:nvSpPr>
          <p:cNvPr id="98" name="Text 96"/>
          <p:cNvSpPr/>
          <p:nvPr/>
        </p:nvSpPr>
        <p:spPr>
          <a:xfrm>
            <a:off x="4663440" y="538947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まるこ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2743200" y="4572000"/>
            <a:ext cx="548640" cy="0"/>
          </a:xfrm>
          <a:prstGeom prst="line">
            <a:avLst/>
          </a:prstGeom>
          <a:noFill/>
          <a:ln w="254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063240" y="4572000"/>
            <a:ext cx="548640" cy="0"/>
          </a:xfrm>
          <a:prstGeom prst="line">
            <a:avLst/>
          </a:prstGeom>
          <a:noFill/>
          <a:ln w="254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383280" y="4572000"/>
            <a:ext cx="548640" cy="0"/>
          </a:xfrm>
          <a:prstGeom prst="line">
            <a:avLst/>
          </a:prstGeom>
          <a:noFill/>
          <a:ln w="254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03320" y="4572000"/>
            <a:ext cx="548640" cy="0"/>
          </a:xfrm>
          <a:prstGeom prst="line">
            <a:avLst/>
          </a:prstGeom>
          <a:noFill/>
          <a:ln w="254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023360" y="4572000"/>
            <a:ext cx="548640" cy="0"/>
          </a:xfrm>
          <a:prstGeom prst="line">
            <a:avLst/>
          </a:prstGeom>
          <a:noFill/>
          <a:ln w="2540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223760" y="27432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 rot="12000000">
            <a:off x="7552944" y="40965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A3151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360920" y="2816352"/>
            <a:ext cx="19202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もっと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おくに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いってみたい!</a:t>
            </a:r>
            <a:endParaRPr lang="en-US" sz="1500" dirty="0"/>
          </a:p>
        </p:txBody>
      </p:sp>
      <p:sp>
        <p:nvSpPr>
          <p:cNvPr id="107" name="Shape 105"/>
          <p:cNvSpPr/>
          <p:nvPr/>
        </p:nvSpPr>
        <p:spPr>
          <a:xfrm>
            <a:off x="457200" y="32004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77240" y="42976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まるこがきょろきょろ。「もっとおくにいってみたい!」ととびだしました。</a:t>
            </a:r>
            <a:endParaRPr lang="en-US" sz="2000" dirty="0"/>
          </a:p>
        </p:txBody>
      </p:sp>
      <p:sp>
        <p:nvSpPr>
          <p:cNvPr id="109" name="Text 10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6" y="5771206"/>
            <a:ext cx="64459" cy="644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5592834" y="448709"/>
            <a:ext cx="69589" cy="695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9589" y="587734"/>
            <a:ext cx="51053" cy="510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3620" y="3319337"/>
            <a:ext cx="75340" cy="753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9025" y="739118"/>
            <a:ext cx="152926" cy="15292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9589" y="4216422"/>
            <a:ext cx="43157" cy="431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18276" y="2585486"/>
            <a:ext cx="45835" cy="458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45847" y="5600711"/>
            <a:ext cx="75085" cy="750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1371" y="4557163"/>
            <a:ext cx="46964" cy="469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47551" y="4044484"/>
            <a:ext cx="83408" cy="834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590434" y="5182618"/>
            <a:ext cx="34937" cy="349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478366" y="120717"/>
            <a:ext cx="81383" cy="813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9972069" y="752732"/>
            <a:ext cx="74217" cy="742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4009142" y="5820356"/>
            <a:ext cx="29334" cy="293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9890432" y="3889775"/>
            <a:ext cx="74088" cy="740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8109224" y="434252"/>
            <a:ext cx="42031" cy="420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9911721" y="6279689"/>
            <a:ext cx="73903" cy="739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3275902" y="222796"/>
            <a:ext cx="28066" cy="280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18270" y="5441440"/>
            <a:ext cx="54089" cy="540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2117933" y="4808663"/>
            <a:ext cx="69754" cy="697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7186300" y="5178580"/>
            <a:ext cx="41651" cy="416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95319" y="5579723"/>
            <a:ext cx="47092" cy="470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99164" y="3017595"/>
            <a:ext cx="44377" cy="443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45812" y="1274435"/>
            <a:ext cx="45072" cy="450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9377008" y="5357120"/>
            <a:ext cx="76746" cy="767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6367182" y="3777682"/>
            <a:ext cx="28774" cy="287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854109" y="21722"/>
            <a:ext cx="42389" cy="423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5880027" y="6712073"/>
            <a:ext cx="51438" cy="514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9316575" y="3225487"/>
            <a:ext cx="75303" cy="753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2886327" y="6710698"/>
            <a:ext cx="27812" cy="278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3338875" y="5789757"/>
            <a:ext cx="30120" cy="301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4587346" y="6429199"/>
            <a:ext cx="35789" cy="357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6492599" y="3055606"/>
            <a:ext cx="54179" cy="541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1276359" y="3695413"/>
            <a:ext cx="53125" cy="531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47494" y="448939"/>
            <a:ext cx="41553" cy="415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3188379" y="2576712"/>
            <a:ext cx="77745" cy="777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9342147" y="4956508"/>
            <a:ext cx="90510" cy="905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458791" y="5755259"/>
            <a:ext cx="59207" cy="592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9319713" y="5463088"/>
            <a:ext cx="57483" cy="574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9436009" y="806174"/>
            <a:ext cx="72422" cy="724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5727471" y="4595170"/>
            <a:ext cx="56261" cy="562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4843182" y="4275476"/>
            <a:ext cx="268744" cy="26874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3228543" y="5104975"/>
            <a:ext cx="80984" cy="809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3540844" y="1857007"/>
            <a:ext cx="91113" cy="911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6617690" y="6114121"/>
            <a:ext cx="89145" cy="891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10891305" y="2278244"/>
            <a:ext cx="48249" cy="482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1500124" y="92428"/>
            <a:ext cx="60351" cy="603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6117284" y="356875"/>
            <a:ext cx="65688" cy="656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4943883" y="3057713"/>
            <a:ext cx="64672" cy="646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3890910" y="5886508"/>
            <a:ext cx="37073" cy="370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7872577" y="5698265"/>
            <a:ext cx="79921" cy="799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11189237" y="345827"/>
            <a:ext cx="60970" cy="609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5462794" y="5461703"/>
            <a:ext cx="32171" cy="321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1957270" y="1484534"/>
            <a:ext cx="38294" cy="382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2561287" y="6113884"/>
            <a:ext cx="52013" cy="520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3931920" y="2194560"/>
            <a:ext cx="2377440" cy="2377440"/>
          </a:xfrm>
          <a:prstGeom prst="ellipse">
            <a:avLst/>
          </a:prstGeom>
          <a:solidFill>
            <a:srgbClr val="B9865A"/>
          </a:solidFill>
          <a:ln/>
          <a:effectLst>
            <a:outerShdw sx="100000" sy="100000" kx="0" ky="0" algn="bl" rotWithShape="0" blurRad="508000" dist="50800" dir="16200000">
              <a:srgbClr val="FFB37A">
                <a:alpha val="6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229291" y="2743200"/>
            <a:ext cx="395947" cy="-228600"/>
          </a:xfrm>
          <a:prstGeom prst="line">
            <a:avLst/>
          </a:prstGeom>
          <a:noFill/>
          <a:ln w="25400">
            <a:solidFill>
              <a:srgbClr val="FFB3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57180" y="3051950"/>
            <a:ext cx="441621" cy="-118332"/>
          </a:xfrm>
          <a:prstGeom prst="line">
            <a:avLst/>
          </a:prstGeom>
          <a:noFill/>
          <a:ln w="25400">
            <a:solidFill>
              <a:srgbClr val="FFB3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0800" y="3383280"/>
            <a:ext cx="457200" cy="0"/>
          </a:xfrm>
          <a:prstGeom prst="line">
            <a:avLst/>
          </a:prstGeom>
          <a:noFill/>
          <a:ln w="25400">
            <a:solidFill>
              <a:srgbClr val="FFB3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57180" y="3714610"/>
            <a:ext cx="441621" cy="118332"/>
          </a:xfrm>
          <a:prstGeom prst="line">
            <a:avLst/>
          </a:prstGeom>
          <a:noFill/>
          <a:ln w="25400">
            <a:solidFill>
              <a:srgbClr val="FFB3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29291" y="4023360"/>
            <a:ext cx="395947" cy="228600"/>
          </a:xfrm>
          <a:prstGeom prst="line">
            <a:avLst/>
          </a:prstGeom>
          <a:noFill/>
          <a:ln w="25400">
            <a:solidFill>
              <a:srgbClr val="FFB37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すいせい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8376018" y="586770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341043" y="561898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8966721" y="561898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5" name="Shape 83"/>
          <p:cNvSpPr/>
          <p:nvPr/>
        </p:nvSpPr>
        <p:spPr>
          <a:xfrm>
            <a:off x="8331327" y="504383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8456463" y="513305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52623" y="522466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8" name="Shape 86"/>
          <p:cNvSpPr/>
          <p:nvPr/>
        </p:nvSpPr>
        <p:spPr>
          <a:xfrm>
            <a:off x="8887271" y="522466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9" name="Shape 87"/>
          <p:cNvSpPr/>
          <p:nvPr/>
        </p:nvSpPr>
        <p:spPr>
          <a:xfrm>
            <a:off x="8480025" y="532182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998731" y="532182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8638337" y="531230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92" name="Text 90"/>
          <p:cNvSpPr/>
          <p:nvPr/>
        </p:nvSpPr>
        <p:spPr>
          <a:xfrm>
            <a:off x="8560613" y="471739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👑</a:t>
            </a:r>
            <a:endParaRPr lang="en-US" sz="2210" dirty="0"/>
          </a:p>
        </p:txBody>
      </p:sp>
      <p:sp>
        <p:nvSpPr>
          <p:cNvPr id="93" name="Shape 91"/>
          <p:cNvSpPr/>
          <p:nvPr/>
        </p:nvSpPr>
        <p:spPr>
          <a:xfrm>
            <a:off x="9473298" y="586770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438323" y="561898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5" name="Shape 93"/>
          <p:cNvSpPr/>
          <p:nvPr/>
        </p:nvSpPr>
        <p:spPr>
          <a:xfrm>
            <a:off x="10064001" y="561898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9428607" y="504383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553743" y="513305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649903" y="522466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9" name="Shape 97"/>
          <p:cNvSpPr/>
          <p:nvPr/>
        </p:nvSpPr>
        <p:spPr>
          <a:xfrm>
            <a:off x="9687793" y="522466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0" name="Shape 98"/>
          <p:cNvSpPr/>
          <p:nvPr/>
        </p:nvSpPr>
        <p:spPr>
          <a:xfrm>
            <a:off x="9984551" y="522466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022442" y="522466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577305" y="532182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96011" y="532182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9735617" y="531230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9657893" y="471739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🔁</a:t>
            </a:r>
            <a:endParaRPr lang="en-US" sz="2210" dirty="0"/>
          </a:p>
        </p:txBody>
      </p:sp>
      <p:sp>
        <p:nvSpPr>
          <p:cNvPr id="106" name="Shape 104"/>
          <p:cNvSpPr/>
          <p:nvPr/>
        </p:nvSpPr>
        <p:spPr>
          <a:xfrm>
            <a:off x="10570578" y="586770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535603" y="561898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161281" y="561898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525887" y="504383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0651023" y="513305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747183" y="522466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785073" y="522466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81831" y="522466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119722" y="522466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674585" y="532182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1193291" y="532182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10832897" y="531230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18" name="Text 116"/>
          <p:cNvSpPr/>
          <p:nvPr/>
        </p:nvSpPr>
        <p:spPr>
          <a:xfrm>
            <a:off x="10755173" y="471739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🎩</a:t>
            </a:r>
            <a:endParaRPr lang="en-US" sz="2210" dirty="0"/>
          </a:p>
        </p:txBody>
      </p:sp>
      <p:sp>
        <p:nvSpPr>
          <p:cNvPr id="119" name="Shape 117"/>
          <p:cNvSpPr/>
          <p:nvPr/>
        </p:nvSpPr>
        <p:spPr>
          <a:xfrm>
            <a:off x="457200" y="27432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77240" y="38404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ちいさなほし、すいせいがみえました。たいようにいちばんちかいほしです。あつくて、はやくまわります。</a:t>
            </a:r>
            <a:endParaRPr lang="en-US" sz="2000" dirty="0"/>
          </a:p>
        </p:txBody>
      </p:sp>
      <p:sp>
        <p:nvSpPr>
          <p:cNvPr id="121" name="Text 1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431" y="6673292"/>
            <a:ext cx="48816" cy="488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88170" y="1950331"/>
            <a:ext cx="72600" cy="726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2309669" y="139858"/>
            <a:ext cx="75600" cy="756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2801" y="3556433"/>
            <a:ext cx="236285" cy="23628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779" y="791912"/>
            <a:ext cx="75517" cy="755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3197755" y="2068309"/>
            <a:ext cx="242569" cy="24256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2790" y="6199163"/>
            <a:ext cx="51721" cy="517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5889" y="3551476"/>
            <a:ext cx="69345" cy="693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21118" y="4882675"/>
            <a:ext cx="90213" cy="9021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68792" y="2373947"/>
            <a:ext cx="82835" cy="828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02256" y="5062948"/>
            <a:ext cx="81193" cy="811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9421481" y="619197"/>
            <a:ext cx="57805" cy="578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5171" y="3745641"/>
            <a:ext cx="59271" cy="592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8016" y="847667"/>
            <a:ext cx="52329" cy="523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3630208" y="3187902"/>
            <a:ext cx="68277" cy="682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6784" y="3894270"/>
            <a:ext cx="75078" cy="750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9748866" y="2809382"/>
            <a:ext cx="90939" cy="909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2639060" y="728567"/>
            <a:ext cx="60115" cy="601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904672" y="4850400"/>
            <a:ext cx="263991" cy="26399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398379" y="5152139"/>
            <a:ext cx="54489" cy="544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5087101" y="6038336"/>
            <a:ext cx="42667" cy="426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289028" y="3039131"/>
            <a:ext cx="30208" cy="302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92555" y="2253424"/>
            <a:ext cx="59303" cy="593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3233588" y="4794466"/>
            <a:ext cx="82908" cy="829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2209276" y="4270199"/>
            <a:ext cx="29977" cy="299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726133" y="128660"/>
            <a:ext cx="47158" cy="471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3728216" y="3942130"/>
            <a:ext cx="29742" cy="297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204182" y="3272650"/>
            <a:ext cx="48581" cy="485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3886197" y="2476165"/>
            <a:ext cx="51290" cy="512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4834164" y="1311748"/>
            <a:ext cx="220678" cy="22067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4448202" y="814883"/>
            <a:ext cx="30312" cy="303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4915013" y="4439142"/>
            <a:ext cx="31814" cy="318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8698026" y="5233292"/>
            <a:ext cx="46945" cy="469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3109198" y="1510085"/>
            <a:ext cx="77820" cy="778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48489" y="1460720"/>
            <a:ext cx="79138" cy="791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0382803" y="2270906"/>
            <a:ext cx="49335" cy="493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9138608" y="901830"/>
            <a:ext cx="35580" cy="355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9532639" y="2247492"/>
            <a:ext cx="88909" cy="889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56242" y="6833023"/>
            <a:ext cx="77918" cy="779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10980845" y="5272472"/>
            <a:ext cx="48203" cy="482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8749082" y="1004540"/>
            <a:ext cx="81180" cy="811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5189123" y="3601153"/>
            <a:ext cx="52873" cy="528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2588318" y="1060902"/>
            <a:ext cx="89381" cy="893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4664597" y="2969365"/>
            <a:ext cx="31654" cy="316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9702888" y="182701"/>
            <a:ext cx="75265" cy="752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2960902" y="5380118"/>
            <a:ext cx="108060" cy="10806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9444794" y="1568601"/>
            <a:ext cx="39842" cy="398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9166739" y="6260651"/>
            <a:ext cx="31844" cy="318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72005" y="1806550"/>
            <a:ext cx="147133" cy="14713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3297997" y="3367830"/>
            <a:ext cx="65194" cy="651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4080727" y="3655998"/>
            <a:ext cx="79098" cy="790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9375963" y="2329958"/>
            <a:ext cx="31361" cy="313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6723829" y="1443110"/>
            <a:ext cx="69085" cy="690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7322087" y="6489144"/>
            <a:ext cx="29925" cy="299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131730" y="4101304"/>
            <a:ext cx="35480" cy="354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4480560" y="1828800"/>
            <a:ext cx="3108960" cy="3108960"/>
          </a:xfrm>
          <a:prstGeom prst="ellipse">
            <a:avLst/>
          </a:prstGeom>
          <a:solidFill>
            <a:srgbClr val="FDE9B0"/>
          </a:solidFill>
          <a:ln/>
          <a:effectLst>
            <a:outerShdw sx="100000" sy="100000" kx="0" ky="0" algn="bl" rotWithShape="0" blurRad="508000" dist="50800" dir="16200000">
              <a:srgbClr val="FFF3C4">
                <a:alpha val="6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104888" y="1330394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77" name="Shape 75"/>
          <p:cNvSpPr/>
          <p:nvPr/>
        </p:nvSpPr>
        <p:spPr>
          <a:xfrm>
            <a:off x="8110025" y="2528270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78" name="Shape 76"/>
          <p:cNvSpPr/>
          <p:nvPr/>
        </p:nvSpPr>
        <p:spPr>
          <a:xfrm>
            <a:off x="8110025" y="4091986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79" name="Shape 77"/>
          <p:cNvSpPr/>
          <p:nvPr/>
        </p:nvSpPr>
        <p:spPr>
          <a:xfrm>
            <a:off x="7104888" y="5289862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80" name="Shape 78"/>
          <p:cNvSpPr/>
          <p:nvPr/>
        </p:nvSpPr>
        <p:spPr>
          <a:xfrm>
            <a:off x="5564928" y="5561399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81" name="Shape 79"/>
          <p:cNvSpPr/>
          <p:nvPr/>
        </p:nvSpPr>
        <p:spPr>
          <a:xfrm>
            <a:off x="4210710" y="4779540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82" name="Shape 80"/>
          <p:cNvSpPr/>
          <p:nvPr/>
        </p:nvSpPr>
        <p:spPr>
          <a:xfrm>
            <a:off x="3675888" y="3310128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83" name="Shape 81"/>
          <p:cNvSpPr/>
          <p:nvPr/>
        </p:nvSpPr>
        <p:spPr>
          <a:xfrm>
            <a:off x="4210710" y="1840716"/>
            <a:ext cx="146304" cy="146304"/>
          </a:xfrm>
          <a:prstGeom prst="star4">
            <a:avLst/>
          </a:prstGeom>
          <a:solidFill>
            <a:srgbClr val="FFF3C4"/>
          </a:solidFill>
          <a:ln/>
        </p:spPr>
      </p:sp>
      <p:sp>
        <p:nvSpPr>
          <p:cNvPr id="84" name="Text 82"/>
          <p:cNvSpPr/>
          <p:nvPr/>
        </p:nvSpPr>
        <p:spPr>
          <a:xfrm>
            <a:off x="5120640" y="5212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きんせい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9172118" y="5872277"/>
            <a:ext cx="1041044" cy="120701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126855" y="555040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7" name="Shape 85"/>
          <p:cNvSpPr/>
          <p:nvPr/>
        </p:nvSpPr>
        <p:spPr>
          <a:xfrm>
            <a:off x="9936556" y="555040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8" name="Shape 86"/>
          <p:cNvSpPr/>
          <p:nvPr/>
        </p:nvSpPr>
        <p:spPr>
          <a:xfrm>
            <a:off x="9114282" y="4806086"/>
            <a:ext cx="1156716" cy="824789"/>
          </a:xfrm>
          <a:prstGeom prst="roundRect">
            <a:avLst>
              <a:gd name="adj" fmla="val 13304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276222" y="4921557"/>
            <a:ext cx="832836" cy="461882"/>
          </a:xfrm>
          <a:prstGeom prst="roundRect">
            <a:avLst>
              <a:gd name="adj" fmla="val 15838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00665" y="504010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1" name="Shape 89"/>
          <p:cNvSpPr/>
          <p:nvPr/>
        </p:nvSpPr>
        <p:spPr>
          <a:xfrm>
            <a:off x="9449699" y="504010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9833739" y="504010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9882774" y="504010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9306715" y="516583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9977981" y="516583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9511589" y="5153528"/>
            <a:ext cx="36210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200" dirty="0"/>
          </a:p>
        </p:txBody>
      </p:sp>
      <p:sp>
        <p:nvSpPr>
          <p:cNvPr id="97" name="Text 95"/>
          <p:cNvSpPr/>
          <p:nvPr/>
        </p:nvSpPr>
        <p:spPr>
          <a:xfrm>
            <a:off x="9411005" y="4383634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</a:rPr>
              <a:t>🌉</a:t>
            </a:r>
            <a:endParaRPr lang="en-US" sz="2860" dirty="0"/>
          </a:p>
        </p:txBody>
      </p:sp>
      <p:sp>
        <p:nvSpPr>
          <p:cNvPr id="98" name="Shape 96"/>
          <p:cNvSpPr/>
          <p:nvPr/>
        </p:nvSpPr>
        <p:spPr>
          <a:xfrm>
            <a:off x="457200" y="562356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77240" y="573328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よぞらでいちばんきらきらひかるほしがきんせいです。「よいのみょうじょう」ともよばれます。</a:t>
            </a:r>
            <a:endParaRPr lang="en-US" sz="2000" dirty="0"/>
          </a:p>
        </p:txBody>
      </p:sp>
      <p:sp>
        <p:nvSpPr>
          <p:cNvPr id="100" name="Text 9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527" y="717378"/>
            <a:ext cx="33173" cy="331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91811" y="3451954"/>
            <a:ext cx="75612" cy="756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91444" y="6549982"/>
            <a:ext cx="36139" cy="361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601982" y="3793529"/>
            <a:ext cx="82184" cy="821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2228" y="844707"/>
            <a:ext cx="36051" cy="360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8287617" y="6778196"/>
            <a:ext cx="54547" cy="545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7303" y="2954841"/>
            <a:ext cx="57608" cy="576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7997627" y="1502242"/>
            <a:ext cx="63605" cy="636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2429170" y="5208186"/>
            <a:ext cx="77186" cy="771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490033" y="703410"/>
            <a:ext cx="82261" cy="822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14079" y="4943278"/>
            <a:ext cx="63441" cy="634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5172902" y="1117677"/>
            <a:ext cx="34227" cy="342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4429968" y="6738551"/>
            <a:ext cx="44325" cy="443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9806889" y="2732978"/>
            <a:ext cx="75325" cy="753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9561680" y="2486029"/>
            <a:ext cx="187396" cy="18739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5784343" y="496288"/>
            <a:ext cx="44117" cy="441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9586010" y="6197074"/>
            <a:ext cx="43966" cy="439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2002218" y="1234339"/>
            <a:ext cx="28156" cy="281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5282769" y="4259360"/>
            <a:ext cx="57897" cy="578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678825" y="5495615"/>
            <a:ext cx="39224" cy="392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2987902" y="40092"/>
            <a:ext cx="43683" cy="436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74433" y="498540"/>
            <a:ext cx="77332" cy="773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85945" y="1489252"/>
            <a:ext cx="74229" cy="742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7513059" y="1456497"/>
            <a:ext cx="56736" cy="567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7233239" y="3183279"/>
            <a:ext cx="47215" cy="472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7276779" y="3337637"/>
            <a:ext cx="65542" cy="655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5602323" y="1004539"/>
            <a:ext cx="81102" cy="811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6720031" y="6691227"/>
            <a:ext cx="137171" cy="13717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47514" y="1726842"/>
            <a:ext cx="91286" cy="912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6782001" y="2770798"/>
            <a:ext cx="55298" cy="552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5557528" y="2698008"/>
            <a:ext cx="30504" cy="305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5242681" y="2449084"/>
            <a:ext cx="27839" cy="278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10903454" y="552978"/>
            <a:ext cx="39712" cy="397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4942037" y="6182757"/>
            <a:ext cx="38508" cy="385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41179" y="2472501"/>
            <a:ext cx="52714" cy="527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5385532" y="1965100"/>
            <a:ext cx="84933" cy="849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8935069" y="3705152"/>
            <a:ext cx="44658" cy="446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414792" y="5597724"/>
            <a:ext cx="54603" cy="546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201076" y="1344958"/>
            <a:ext cx="34345" cy="343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333986" y="2880771"/>
            <a:ext cx="87993" cy="879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70693" y="4271909"/>
            <a:ext cx="42092" cy="420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5535065" y="2926830"/>
            <a:ext cx="80172" cy="801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1948092" y="3874829"/>
            <a:ext cx="33770" cy="337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5788350" y="4081723"/>
            <a:ext cx="36202" cy="362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596391" y="1109281"/>
            <a:ext cx="61385" cy="613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7222193" y="1623993"/>
            <a:ext cx="87799" cy="877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5197769" y="3044775"/>
            <a:ext cx="83342" cy="833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24499" y="5306428"/>
            <a:ext cx="62009" cy="620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7391823" y="555386"/>
            <a:ext cx="33417" cy="334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2705084" y="849152"/>
            <a:ext cx="29306" cy="293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288877" y="1613731"/>
            <a:ext cx="78275" cy="782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7562688" y="4314088"/>
            <a:ext cx="65761" cy="657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7984864" y="4282517"/>
            <a:ext cx="41992" cy="419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495209" y="4635753"/>
            <a:ext cx="85565" cy="855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9893868" y="2088725"/>
            <a:ext cx="82956" cy="829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6309360" y="1737360"/>
            <a:ext cx="3108960" cy="3108960"/>
          </a:xfrm>
          <a:prstGeom prst="ellipse">
            <a:avLst/>
          </a:prstGeom>
          <a:solidFill>
            <a:srgbClr val="C1440E"/>
          </a:solidFill>
          <a:ln/>
          <a:effectLst>
            <a:outerShdw sx="100000" sy="100000" kx="0" ky="0" algn="bl" rotWithShape="0" blurRad="508000" dist="50800" dir="16200000">
              <a:srgbClr val="FF7A4A">
                <a:alpha val="6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94944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かせい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 rot="5400000">
            <a:off x="1828800" y="5029200"/>
            <a:ext cx="365760" cy="164592"/>
          </a:xfrm>
          <a:prstGeom prst="triangle">
            <a:avLst/>
          </a:prstGeom>
          <a:solidFill>
            <a:srgbClr val="FFB37A">
              <a:alpha val="8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 rot="5400000">
            <a:off x="2148840" y="5074920"/>
            <a:ext cx="365760" cy="164592"/>
          </a:xfrm>
          <a:prstGeom prst="triangle">
            <a:avLst/>
          </a:prstGeom>
          <a:solidFill>
            <a:srgbClr val="FFB37A">
              <a:alpha val="6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 rot="5400000">
            <a:off x="2468880" y="5120640"/>
            <a:ext cx="365760" cy="164592"/>
          </a:xfrm>
          <a:prstGeom prst="triangle">
            <a:avLst/>
          </a:prstGeom>
          <a:solidFill>
            <a:srgbClr val="FFB37A">
              <a:alpha val="5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5400000">
            <a:off x="2788920" y="5166360"/>
            <a:ext cx="365760" cy="164592"/>
          </a:xfrm>
          <a:prstGeom prst="triangle">
            <a:avLst/>
          </a:prstGeom>
          <a:solidFill>
            <a:srgbClr val="FFB37A">
              <a:alpha val="3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2534717" y="5424221"/>
            <a:ext cx="1514246" cy="17556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2468880" y="4956048"/>
            <a:ext cx="468173" cy="468173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3646627" y="4956048"/>
            <a:ext cx="468173" cy="468173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2450592" y="3873398"/>
            <a:ext cx="1682496" cy="1199693"/>
          </a:xfrm>
          <a:prstGeom prst="roundRect">
            <a:avLst>
              <a:gd name="adj" fmla="val 9146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686141" y="4041355"/>
            <a:ext cx="1211397" cy="671828"/>
          </a:xfrm>
          <a:prstGeom prst="roundRect">
            <a:avLst>
              <a:gd name="adj" fmla="val 10889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67149" y="4213795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7" name="Shape 85"/>
          <p:cNvSpPr/>
          <p:nvPr/>
        </p:nvSpPr>
        <p:spPr>
          <a:xfrm>
            <a:off x="2938472" y="4213795"/>
            <a:ext cx="65837" cy="658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3497075" y="4213795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9" name="Shape 87"/>
          <p:cNvSpPr/>
          <p:nvPr/>
        </p:nvSpPr>
        <p:spPr>
          <a:xfrm>
            <a:off x="3568398" y="4213795"/>
            <a:ext cx="65837" cy="658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2730495" y="4396675"/>
            <a:ext cx="146304" cy="14630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3706881" y="4396675"/>
            <a:ext cx="146304" cy="14630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3028493" y="4378768"/>
            <a:ext cx="526694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3200" dirty="0"/>
          </a:p>
        </p:txBody>
      </p:sp>
      <p:sp>
        <p:nvSpPr>
          <p:cNvPr id="93" name="Text 91"/>
          <p:cNvSpPr/>
          <p:nvPr/>
        </p:nvSpPr>
        <p:spPr>
          <a:xfrm>
            <a:off x="2882189" y="3258922"/>
            <a:ext cx="8193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160" dirty="0">
                <a:solidFill>
                  <a:srgbClr val="000000"/>
                </a:solidFill>
              </a:rPr>
              <a:t>🔥</a:t>
            </a:r>
            <a:endParaRPr lang="en-US" sz="4160" dirty="0"/>
          </a:p>
        </p:txBody>
      </p:sp>
      <p:sp>
        <p:nvSpPr>
          <p:cNvPr id="94" name="Shape 92"/>
          <p:cNvSpPr/>
          <p:nvPr/>
        </p:nvSpPr>
        <p:spPr>
          <a:xfrm>
            <a:off x="5212080" y="15544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 rot="12000000">
            <a:off x="5500116" y="281635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9B0D1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49240" y="1627632"/>
            <a:ext cx="1645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おれの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いろと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おなじだ!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457200" y="562356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7240" y="573328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あかいほし、かせいがみえてきました。「おれのいろとおなじだ!」とけいきゅんがびゅーんとちかづきます。</a:t>
            </a:r>
            <a:endParaRPr lang="en-US" sz="2000" dirty="0"/>
          </a:p>
        </p:txBody>
      </p:sp>
      <p:sp>
        <p:nvSpPr>
          <p:cNvPr id="99" name="Text 9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622" y="1619465"/>
            <a:ext cx="81537" cy="815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5451" y="4953576"/>
            <a:ext cx="78623" cy="786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6681523" y="6102106"/>
            <a:ext cx="60686" cy="606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541163" y="4030624"/>
            <a:ext cx="85606" cy="856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992981" y="897501"/>
            <a:ext cx="60592" cy="605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5783" y="4630083"/>
            <a:ext cx="28239" cy="282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91817" y="6568518"/>
            <a:ext cx="63494" cy="634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669" y="6311007"/>
            <a:ext cx="173595" cy="17359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8917" y="5533698"/>
            <a:ext cx="60293" cy="602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9202970" y="5890873"/>
            <a:ext cx="81687" cy="816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4207" y="4823608"/>
            <a:ext cx="45689" cy="45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323" y="1616156"/>
            <a:ext cx="74656" cy="746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54765" y="2873460"/>
            <a:ext cx="29379" cy="293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514067" y="4618289"/>
            <a:ext cx="34313" cy="343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3301456" y="1784156"/>
            <a:ext cx="56654" cy="566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4621903" y="3956306"/>
            <a:ext cx="77164" cy="771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9423155" y="2726766"/>
            <a:ext cx="61001" cy="610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1365375" y="1740110"/>
            <a:ext cx="60205" cy="602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8660866" y="3668320"/>
            <a:ext cx="27797" cy="277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50965" y="5839091"/>
            <a:ext cx="87967" cy="879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888703" y="899848"/>
            <a:ext cx="44698" cy="446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9268142" y="4815949"/>
            <a:ext cx="60448" cy="604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79336" y="725080"/>
            <a:ext cx="89156" cy="891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11792530" y="4976528"/>
            <a:ext cx="30564" cy="305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5507" y="2096359"/>
            <a:ext cx="64454" cy="644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635730" y="6546614"/>
            <a:ext cx="83926" cy="839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7476430" y="4924948"/>
            <a:ext cx="68455" cy="684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4186" y="3251803"/>
            <a:ext cx="42866" cy="428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5217136" y="977520"/>
            <a:ext cx="67273" cy="672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8729838" y="4229848"/>
            <a:ext cx="37038" cy="370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6666854" y="4581134"/>
            <a:ext cx="30696" cy="306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5570348" y="459027"/>
            <a:ext cx="87872" cy="878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917187" y="2730664"/>
            <a:ext cx="32478" cy="324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6774876" y="3997430"/>
            <a:ext cx="63203" cy="632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42174" y="3484283"/>
            <a:ext cx="90299" cy="902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388261" y="1659293"/>
            <a:ext cx="56523" cy="565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8731529" y="6508474"/>
            <a:ext cx="53735" cy="537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3488640" y="2089957"/>
            <a:ext cx="84304" cy="843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7606" y="2714893"/>
            <a:ext cx="54779" cy="547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1878822" y="489069"/>
            <a:ext cx="63774" cy="637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922193" y="1007951"/>
            <a:ext cx="381832" cy="381832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01762" y="4043660"/>
            <a:ext cx="344388" cy="344388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26963" y="1787645"/>
            <a:ext cx="219557" cy="219557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1587" y="4980596"/>
            <a:ext cx="269849" cy="269849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85602" y="2692121"/>
            <a:ext cx="231951" cy="231951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43306" y="2781083"/>
            <a:ext cx="369307" cy="369307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51850" y="3511255"/>
            <a:ext cx="243190" cy="243190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877230" y="2212814"/>
            <a:ext cx="179431" cy="179431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64620" y="1612421"/>
            <a:ext cx="176889" cy="176889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37271" y="1688080"/>
            <a:ext cx="268576" cy="268576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39133" y="2839200"/>
            <a:ext cx="433893" cy="433893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45089" y="4582690"/>
            <a:ext cx="291200" cy="291200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3445" y="4635400"/>
            <a:ext cx="179281" cy="179281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09526" y="2836019"/>
            <a:ext cx="226033" cy="226033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79930" y="3363389"/>
            <a:ext cx="292707" cy="292707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4865" y="3151434"/>
            <a:ext cx="317774" cy="317774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955567" y="1775540"/>
            <a:ext cx="404672" cy="404672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86101" y="3184377"/>
            <a:ext cx="209442" cy="209442"/>
          </a:xfrm>
          <a:prstGeom prst="ellipse">
            <a:avLst/>
          </a:prstGeom>
          <a:solidFill>
            <a:srgbClr val="9C8F7A"/>
          </a:solidFill>
          <a:ln w="6350">
            <a:solidFill>
              <a:srgbClr val="6E63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42357" y="5696712"/>
            <a:ext cx="1419606" cy="164592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080635" y="5257800"/>
            <a:ext cx="438912" cy="4389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0" name="Shape 78"/>
          <p:cNvSpPr/>
          <p:nvPr/>
        </p:nvSpPr>
        <p:spPr>
          <a:xfrm>
            <a:off x="6184773" y="5257800"/>
            <a:ext cx="438912" cy="4389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1" name="Shape 79"/>
          <p:cNvSpPr/>
          <p:nvPr/>
        </p:nvSpPr>
        <p:spPr>
          <a:xfrm>
            <a:off x="5063490" y="4242816"/>
            <a:ext cx="1577340" cy="1124712"/>
          </a:xfrm>
          <a:prstGeom prst="roundRect">
            <a:avLst>
              <a:gd name="adj" fmla="val 9756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284318" y="4400276"/>
            <a:ext cx="1135685" cy="629839"/>
          </a:xfrm>
          <a:prstGeom prst="roundRect">
            <a:avLst>
              <a:gd name="adj" fmla="val 11614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54012" y="4561938"/>
            <a:ext cx="205740" cy="20574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5520877" y="4561938"/>
            <a:ext cx="61722" cy="617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5" name="Shape 83"/>
          <p:cNvSpPr/>
          <p:nvPr/>
        </p:nvSpPr>
        <p:spPr>
          <a:xfrm>
            <a:off x="6044568" y="4561938"/>
            <a:ext cx="205740" cy="20574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6" name="Shape 84"/>
          <p:cNvSpPr/>
          <p:nvPr/>
        </p:nvSpPr>
        <p:spPr>
          <a:xfrm>
            <a:off x="6111434" y="4561938"/>
            <a:ext cx="61722" cy="617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5325899" y="4733388"/>
            <a:ext cx="137160" cy="13716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241261" y="4733388"/>
            <a:ext cx="137160" cy="13716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5605272" y="4716600"/>
            <a:ext cx="493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3000" dirty="0"/>
          </a:p>
        </p:txBody>
      </p:sp>
      <p:sp>
        <p:nvSpPr>
          <p:cNvPr id="90" name="Text 88"/>
          <p:cNvSpPr/>
          <p:nvPr/>
        </p:nvSpPr>
        <p:spPr>
          <a:xfrm>
            <a:off x="5468112" y="3666744"/>
            <a:ext cx="768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900" dirty="0">
                <a:solidFill>
                  <a:srgbClr val="000000"/>
                </a:solidFill>
              </a:rPr>
              <a:t>🔥</a:t>
            </a:r>
            <a:endParaRPr lang="en-US" sz="3900" dirty="0"/>
          </a:p>
        </p:txBody>
      </p:sp>
      <p:sp>
        <p:nvSpPr>
          <p:cNvPr id="91" name="Shape 89"/>
          <p:cNvSpPr/>
          <p:nvPr/>
        </p:nvSpPr>
        <p:spPr>
          <a:xfrm>
            <a:off x="457200" y="5852160"/>
            <a:ext cx="11277295" cy="777240"/>
          </a:xfrm>
          <a:prstGeom prst="roundRect">
            <a:avLst>
              <a:gd name="adj" fmla="val 14118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77240" y="5961888"/>
            <a:ext cx="10637215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いわのかけらがたくさんとぶ「しょうわくせいたい」を、けいきゅんがびゅんびゅんよけながらはしります。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717" y="504310"/>
            <a:ext cx="65894" cy="658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90787" y="1291040"/>
            <a:ext cx="81634" cy="816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1603" y="1130846"/>
            <a:ext cx="85234" cy="852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72039" y="853544"/>
            <a:ext cx="89028" cy="890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83735" y="190059"/>
            <a:ext cx="85134" cy="851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75645" y="496394"/>
            <a:ext cx="65938" cy="659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2816331" y="664839"/>
            <a:ext cx="69381" cy="693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9406" y="852354"/>
            <a:ext cx="52125" cy="521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8828663" y="1171842"/>
            <a:ext cx="43400" cy="434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4724211" y="844067"/>
            <a:ext cx="81114" cy="811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46030" y="940788"/>
            <a:ext cx="27937" cy="279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8867439" y="422927"/>
            <a:ext cx="153234" cy="15323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79561" y="1173274"/>
            <a:ext cx="78440" cy="784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3412941" y="1300720"/>
            <a:ext cx="171927" cy="17192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9232928" y="216457"/>
            <a:ext cx="50843" cy="508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3459463" y="111665"/>
            <a:ext cx="46203" cy="462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9260300" y="1222892"/>
            <a:ext cx="78037" cy="780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728533" y="449176"/>
            <a:ext cx="28247" cy="282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38963" y="615456"/>
            <a:ext cx="61705" cy="617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31411" y="1236513"/>
            <a:ext cx="72702" cy="727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81199" y="351921"/>
            <a:ext cx="45714" cy="457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7661851" y="455072"/>
            <a:ext cx="43565" cy="435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72726" y="1363782"/>
            <a:ext cx="40074" cy="400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3880305" y="327712"/>
            <a:ext cx="68400" cy="684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5089470" y="201888"/>
            <a:ext cx="81692" cy="816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8186377" y="579518"/>
            <a:ext cx="38302" cy="383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9350538" y="397471"/>
            <a:ext cx="55807" cy="558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7560035" y="1334076"/>
            <a:ext cx="40009" cy="400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1978454" y="45640"/>
            <a:ext cx="43260" cy="432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77674" y="1137780"/>
            <a:ext cx="82785" cy="827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7776181" y="1292852"/>
            <a:ext cx="30888" cy="308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5898016" y="1065394"/>
            <a:ext cx="83897" cy="838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3122614" y="981670"/>
            <a:ext cx="89253" cy="892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8607716" y="362420"/>
            <a:ext cx="263694" cy="26369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34865" y="899213"/>
            <a:ext cx="63876" cy="638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7582686" y="270697"/>
            <a:ext cx="28112" cy="281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8527990" y="490759"/>
            <a:ext cx="62813" cy="628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562489" y="1088038"/>
            <a:ext cx="49998" cy="499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3274135" y="816966"/>
            <a:ext cx="75214" cy="752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3423658" y="991073"/>
            <a:ext cx="39556" cy="395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3566160" y="1188720"/>
            <a:ext cx="4937760" cy="4937760"/>
          </a:xfrm>
          <a:prstGeom prst="ellipse">
            <a:avLst/>
          </a:prstGeom>
          <a:solidFill>
            <a:srgbClr val="E8C39E"/>
          </a:solidFill>
          <a:ln/>
          <a:effectLst>
            <a:outerShdw sx="100000" sy="100000" kx="0" ky="0" algn="bl" rotWithShape="0" blurRad="508000" dist="50800" dir="16200000">
              <a:srgbClr val="FFDDA8">
                <a:alpha val="6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566160" y="1534363"/>
            <a:ext cx="4937760" cy="691286"/>
          </a:xfrm>
          <a:prstGeom prst="ellipse">
            <a:avLst/>
          </a:prstGeom>
          <a:solidFill>
            <a:srgbClr val="D9A868">
              <a:alpha val="7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566160" y="2521915"/>
            <a:ext cx="4937760" cy="691286"/>
          </a:xfrm>
          <a:prstGeom prst="ellipse">
            <a:avLst/>
          </a:prstGeom>
          <a:solidFill>
            <a:srgbClr val="F1DDBB">
              <a:alpha val="7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566160" y="3509467"/>
            <a:ext cx="4937760" cy="691286"/>
          </a:xfrm>
          <a:prstGeom prst="ellipse">
            <a:avLst/>
          </a:prstGeom>
          <a:solidFill>
            <a:srgbClr val="C98A4E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566160" y="4497019"/>
            <a:ext cx="4937760" cy="691286"/>
          </a:xfrm>
          <a:prstGeom prst="ellipse">
            <a:avLst/>
          </a:prstGeom>
          <a:solidFill>
            <a:srgbClr val="F1DDBB">
              <a:alpha val="7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937760" y="6263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もくせい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583159" y="632216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554355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8" name="Shape 66"/>
          <p:cNvSpPr/>
          <p:nvPr/>
        </p:nvSpPr>
        <p:spPr>
          <a:xfrm>
            <a:off x="1069619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9" name="Shape 67"/>
          <p:cNvSpPr/>
          <p:nvPr/>
        </p:nvSpPr>
        <p:spPr>
          <a:xfrm>
            <a:off x="546354" y="564367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9407" y="571715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8598" y="5792600"/>
            <a:ext cx="96012" cy="9601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2" name="Shape 70"/>
          <p:cNvSpPr/>
          <p:nvPr/>
        </p:nvSpPr>
        <p:spPr>
          <a:xfrm>
            <a:off x="1004190" y="5792600"/>
            <a:ext cx="96012" cy="9601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3" name="Shape 71"/>
          <p:cNvSpPr/>
          <p:nvPr/>
        </p:nvSpPr>
        <p:spPr>
          <a:xfrm>
            <a:off x="668812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095980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99186" y="586477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35178" y="537484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👑</a:t>
            </a:r>
            <a:endParaRPr lang="en-US" sz="1820" dirty="0"/>
          </a:p>
        </p:txBody>
      </p:sp>
      <p:sp>
        <p:nvSpPr>
          <p:cNvPr id="77" name="Shape 75"/>
          <p:cNvSpPr/>
          <p:nvPr/>
        </p:nvSpPr>
        <p:spPr>
          <a:xfrm>
            <a:off x="1451839" y="632216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423035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9" name="Shape 77"/>
          <p:cNvSpPr/>
          <p:nvPr/>
        </p:nvSpPr>
        <p:spPr>
          <a:xfrm>
            <a:off x="1938299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0" name="Shape 78"/>
          <p:cNvSpPr/>
          <p:nvPr/>
        </p:nvSpPr>
        <p:spPr>
          <a:xfrm>
            <a:off x="1415034" y="564367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518087" y="571715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97278" y="579260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1628481" y="579260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1872870" y="579260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5" name="Shape 83"/>
          <p:cNvSpPr/>
          <p:nvPr/>
        </p:nvSpPr>
        <p:spPr>
          <a:xfrm>
            <a:off x="1904074" y="579260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1537492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964660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1667866" y="586477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1603858" y="537484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🔁</a:t>
            </a:r>
            <a:endParaRPr lang="en-US" sz="1820" dirty="0"/>
          </a:p>
        </p:txBody>
      </p:sp>
      <p:sp>
        <p:nvSpPr>
          <p:cNvPr id="90" name="Shape 88"/>
          <p:cNvSpPr/>
          <p:nvPr/>
        </p:nvSpPr>
        <p:spPr>
          <a:xfrm>
            <a:off x="2320519" y="632216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291715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2" name="Shape 90"/>
          <p:cNvSpPr/>
          <p:nvPr/>
        </p:nvSpPr>
        <p:spPr>
          <a:xfrm>
            <a:off x="2806979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2283714" y="564367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2386767" y="571715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65958" y="579260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2497161" y="579260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2741550" y="579260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8" name="Shape 96"/>
          <p:cNvSpPr/>
          <p:nvPr/>
        </p:nvSpPr>
        <p:spPr>
          <a:xfrm>
            <a:off x="2772754" y="579260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9" name="Shape 97"/>
          <p:cNvSpPr/>
          <p:nvPr/>
        </p:nvSpPr>
        <p:spPr>
          <a:xfrm>
            <a:off x="2406172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2833340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2536546" y="586477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2472538" y="537484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🎩</a:t>
            </a:r>
            <a:endParaRPr lang="en-US" sz="1820" dirty="0"/>
          </a:p>
        </p:txBody>
      </p:sp>
      <p:sp>
        <p:nvSpPr>
          <p:cNvPr id="103" name="Shape 101"/>
          <p:cNvSpPr/>
          <p:nvPr/>
        </p:nvSpPr>
        <p:spPr>
          <a:xfrm>
            <a:off x="3189199" y="6322162"/>
            <a:ext cx="662483" cy="7681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3160395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675659" y="6117336"/>
            <a:ext cx="204826" cy="20482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152394" y="5643677"/>
            <a:ext cx="736092" cy="524866"/>
          </a:xfrm>
          <a:prstGeom prst="roundRect">
            <a:avLst>
              <a:gd name="adj" fmla="val 20906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3255447" y="5717158"/>
            <a:ext cx="529986" cy="293925"/>
          </a:xfrm>
          <a:prstGeom prst="roundRect">
            <a:avLst>
              <a:gd name="adj" fmla="val 24888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334638" y="579260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365841" y="579260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610230" y="5792600"/>
            <a:ext cx="96012" cy="96012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641434" y="5792600"/>
            <a:ext cx="28804" cy="28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274852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3702020" y="5872610"/>
            <a:ext cx="64008" cy="6400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4" name="Text 112"/>
          <p:cNvSpPr/>
          <p:nvPr/>
        </p:nvSpPr>
        <p:spPr>
          <a:xfrm>
            <a:off x="3405226" y="5864776"/>
            <a:ext cx="23042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3341218" y="5374843"/>
            <a:ext cx="35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🎀</a:t>
            </a:r>
            <a:endParaRPr lang="en-US" sz="1820" dirty="0"/>
          </a:p>
        </p:txBody>
      </p:sp>
      <p:sp>
        <p:nvSpPr>
          <p:cNvPr id="116" name="Shape 114"/>
          <p:cNvSpPr/>
          <p:nvPr/>
        </p:nvSpPr>
        <p:spPr>
          <a:xfrm>
            <a:off x="457200" y="228600"/>
            <a:ext cx="11277295" cy="868680"/>
          </a:xfrm>
          <a:prstGeom prst="roundRect">
            <a:avLst>
              <a:gd name="adj" fmla="val 12632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77240" y="338328"/>
            <a:ext cx="1063721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いちばんおおきいほし、もくせいがどーんとあらわれました。しまもようがすてきです。</a:t>
            </a:r>
            <a:endParaRPr lang="en-US" sz="2000" dirty="0"/>
          </a:p>
        </p:txBody>
      </p:sp>
      <p:sp>
        <p:nvSpPr>
          <p:cNvPr id="118" name="Text 1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813" y="730376"/>
            <a:ext cx="50251" cy="502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94428" y="234415"/>
            <a:ext cx="84645" cy="846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53377" y="1110689"/>
            <a:ext cx="45773" cy="457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611220" y="961027"/>
            <a:ext cx="28441" cy="284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166183" y="213992"/>
            <a:ext cx="45668" cy="456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65507" y="71223"/>
            <a:ext cx="39629" cy="396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844" y="17040"/>
            <a:ext cx="75267" cy="752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21143" y="472008"/>
            <a:ext cx="46384" cy="463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28410" y="1319407"/>
            <a:ext cx="90515" cy="905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453" y="543957"/>
            <a:ext cx="241620" cy="24162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457852" y="977977"/>
            <a:ext cx="74193" cy="741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4618859" y="557465"/>
            <a:ext cx="27500" cy="275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2212663" y="426940"/>
            <a:ext cx="63494" cy="634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6311814" y="326594"/>
            <a:ext cx="80305" cy="803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2972704" y="81154"/>
            <a:ext cx="45031" cy="450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2297022" y="857246"/>
            <a:ext cx="79250" cy="792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9097445" y="564085"/>
            <a:ext cx="31064" cy="310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91691" y="587019"/>
            <a:ext cx="60296" cy="602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3225364" y="530398"/>
            <a:ext cx="31605" cy="316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11857" y="1392223"/>
            <a:ext cx="57437" cy="574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8882000" y="558797"/>
            <a:ext cx="46730" cy="467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6055560" y="1406457"/>
            <a:ext cx="90689" cy="90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66117" y="1291677"/>
            <a:ext cx="55000" cy="550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8159776" y="1100499"/>
            <a:ext cx="42228" cy="422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13433" y="1446511"/>
            <a:ext cx="34923" cy="349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2545328" y="1302735"/>
            <a:ext cx="56686" cy="566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1224645" y="1260323"/>
            <a:ext cx="43159" cy="431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884190" y="689271"/>
            <a:ext cx="37152" cy="371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548076" y="1351867"/>
            <a:ext cx="249767" cy="24976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433816" y="61856"/>
            <a:ext cx="64524" cy="645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8885507" y="317735"/>
            <a:ext cx="31080" cy="310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6225683" y="711875"/>
            <a:ext cx="79922" cy="799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5328042" y="48648"/>
            <a:ext cx="82019" cy="820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10440555" y="1383419"/>
            <a:ext cx="48585" cy="485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35860" y="1175007"/>
            <a:ext cx="37452" cy="374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2585415" y="223505"/>
            <a:ext cx="63710" cy="637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8324451" y="1121518"/>
            <a:ext cx="71890" cy="718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9636337" y="412250"/>
            <a:ext cx="79700" cy="797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4810664" y="1163683"/>
            <a:ext cx="94920" cy="9492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4968494" y="546915"/>
            <a:ext cx="79345" cy="793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8643832" y="76377"/>
            <a:ext cx="52841" cy="528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6572890" y="192824"/>
            <a:ext cx="34054" cy="340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27417" y="1164503"/>
            <a:ext cx="58961" cy="589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9159608" y="119636"/>
            <a:ext cx="149544" cy="14954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9851986" y="829658"/>
            <a:ext cx="83753" cy="837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 rot="-1080000">
            <a:off x="3291840" y="2560320"/>
            <a:ext cx="5486400" cy="1828800"/>
          </a:xfrm>
          <a:prstGeom prst="ellipse">
            <a:avLst/>
          </a:prstGeom>
          <a:ln w="127000">
            <a:solidFill>
              <a:srgbClr val="E8C97A">
                <a:alpha val="7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0" y="2011680"/>
            <a:ext cx="2926080" cy="2926080"/>
          </a:xfrm>
          <a:prstGeom prst="ellipse">
            <a:avLst/>
          </a:prstGeom>
          <a:solidFill>
            <a:srgbClr val="E8D3A0"/>
          </a:solidFill>
          <a:ln/>
          <a:effectLst>
            <a:outerShdw sx="100000" sy="100000" kx="0" ky="0" algn="bl" rotWithShape="0" blurRad="508000" dist="50800" dir="16200000">
              <a:srgbClr val="FFE8B0">
                <a:alpha val="6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12064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どせい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9080678" y="5872277"/>
            <a:ext cx="1041044" cy="120701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35415" y="555040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0" name="Shape 68"/>
          <p:cNvSpPr/>
          <p:nvPr/>
        </p:nvSpPr>
        <p:spPr>
          <a:xfrm>
            <a:off x="9845116" y="5550408"/>
            <a:ext cx="321869" cy="321869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1" name="Shape 69"/>
          <p:cNvSpPr/>
          <p:nvPr/>
        </p:nvSpPr>
        <p:spPr>
          <a:xfrm>
            <a:off x="9022842" y="4806086"/>
            <a:ext cx="1156716" cy="824789"/>
          </a:xfrm>
          <a:prstGeom prst="roundRect">
            <a:avLst>
              <a:gd name="adj" fmla="val 13304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184782" y="4921557"/>
            <a:ext cx="832836" cy="461882"/>
          </a:xfrm>
          <a:prstGeom prst="roundRect">
            <a:avLst>
              <a:gd name="adj" fmla="val 15838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09225" y="504010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4" name="Shape 72"/>
          <p:cNvSpPr/>
          <p:nvPr/>
        </p:nvSpPr>
        <p:spPr>
          <a:xfrm>
            <a:off x="9358259" y="504010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9742299" y="5040109"/>
            <a:ext cx="150876" cy="15087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6" name="Shape 74"/>
          <p:cNvSpPr/>
          <p:nvPr/>
        </p:nvSpPr>
        <p:spPr>
          <a:xfrm>
            <a:off x="9791334" y="5040109"/>
            <a:ext cx="45263" cy="452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9215275" y="516583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886541" y="5165839"/>
            <a:ext cx="100584" cy="10058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9420149" y="5153528"/>
            <a:ext cx="36210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◡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9319565" y="4383634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</a:rPr>
              <a:t>🔁</a:t>
            </a:r>
            <a:endParaRPr lang="en-US" sz="2860" dirty="0"/>
          </a:p>
        </p:txBody>
      </p:sp>
      <p:sp>
        <p:nvSpPr>
          <p:cNvPr id="81" name="Shape 79"/>
          <p:cNvSpPr/>
          <p:nvPr/>
        </p:nvSpPr>
        <p:spPr>
          <a:xfrm>
            <a:off x="1097280" y="29260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 rot="12000000">
            <a:off x="1357884" y="391363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4F7A0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234440" y="299923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ぼうし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みたい!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457200" y="5943600"/>
            <a:ext cx="11277295" cy="685800"/>
          </a:xfrm>
          <a:prstGeom prst="roundRect">
            <a:avLst>
              <a:gd name="adj" fmla="val 16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77240" y="6053328"/>
            <a:ext cx="10637215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わっかをもったどせいです。「わあ、ぼうしみたい!」とみんなでよろこびました。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8" y="4325723"/>
            <a:ext cx="34608" cy="346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89763" y="2600442"/>
            <a:ext cx="87657" cy="876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7143457" y="4758478"/>
            <a:ext cx="70320" cy="703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50401" y="4741911"/>
            <a:ext cx="31863" cy="318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156937" y="1055883"/>
            <a:ext cx="70209" cy="702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4263673" y="5043745"/>
            <a:ext cx="77328" cy="773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57053" y="3693551"/>
            <a:ext cx="81154" cy="811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3901186" y="163302"/>
            <a:ext cx="40644" cy="4064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3036462" y="6510233"/>
            <a:ext cx="73623" cy="736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8389" y="879262"/>
            <a:ext cx="79966" cy="799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69675" y="4464597"/>
            <a:ext cx="56441" cy="564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370280" y="3111596"/>
            <a:ext cx="67930" cy="679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7460" y="4994188"/>
            <a:ext cx="48548" cy="485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9210688" y="3416222"/>
            <a:ext cx="39293" cy="392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8904176" y="6536536"/>
            <a:ext cx="39220" cy="392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4582" y="620360"/>
            <a:ext cx="48288" cy="482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34589" y="6031842"/>
            <a:ext cx="48100" cy="481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46544" y="3257423"/>
            <a:ext cx="28337" cy="283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6603461" y="1895200"/>
            <a:ext cx="65513" cy="655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9992302" y="11519"/>
            <a:ext cx="42172" cy="421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782801" y="3479115"/>
            <a:ext cx="47745" cy="477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4449269" y="4052175"/>
            <a:ext cx="73805" cy="738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59508" y="5290565"/>
            <a:ext cx="69927" cy="699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247552" y="1820621"/>
            <a:ext cx="80064" cy="800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2945701" y="5693599"/>
            <a:ext cx="52161" cy="521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9095974" y="2457546"/>
            <a:ext cx="75070" cy="750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907057" y="2970174"/>
            <a:ext cx="30512" cy="305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8400039" y="6649533"/>
            <a:ext cx="102884" cy="10288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7698" y="5587553"/>
            <a:ext cx="59243" cy="592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81653" y="1748998"/>
            <a:ext cx="46263" cy="462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9994834" y="3372510"/>
            <a:ext cx="31272" cy="312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6553351" y="1346855"/>
            <a:ext cx="75947" cy="759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7533470" y="2405723"/>
            <a:ext cx="74786" cy="747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81699" y="4299447"/>
            <a:ext cx="73281" cy="732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28550" y="6519627"/>
            <a:ext cx="75037" cy="750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9779839" y="741875"/>
            <a:ext cx="105900" cy="10590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8120912" y="1202440"/>
            <a:ext cx="80968" cy="809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518490" y="5282656"/>
            <a:ext cx="45393" cy="453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6347193" y="6824697"/>
            <a:ext cx="52075" cy="520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6513330" y="171963"/>
            <a:ext cx="55127" cy="551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11665443" y="3625386"/>
            <a:ext cx="77760" cy="777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6918831" y="229537"/>
            <a:ext cx="61353" cy="613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11578887" y="1414536"/>
            <a:ext cx="67358" cy="673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83361" y="1673153"/>
            <a:ext cx="54397" cy="543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745489" y="4815601"/>
            <a:ext cx="69873" cy="698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12075666" y="315491"/>
            <a:ext cx="38883" cy="388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401364" y="2091468"/>
            <a:ext cx="65315" cy="653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0624" y="1489535"/>
            <a:ext cx="54651" cy="546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96007" y="2408733"/>
            <a:ext cx="34913" cy="349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431" y="4490440"/>
            <a:ext cx="77781" cy="777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9504868" y="302664"/>
            <a:ext cx="74984" cy="749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309588" y="5392610"/>
            <a:ext cx="75343" cy="753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837308" y="1924147"/>
            <a:ext cx="61634" cy="616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9762783" y="4080192"/>
            <a:ext cx="52093" cy="520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175640" y="896406"/>
            <a:ext cx="80835" cy="808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2606040" y="2057400"/>
            <a:ext cx="2468880" cy="2468880"/>
          </a:xfrm>
          <a:prstGeom prst="ellipse">
            <a:avLst/>
          </a:prstGeom>
          <a:solidFill>
            <a:srgbClr val="9FE0E0"/>
          </a:solidFill>
          <a:ln/>
          <a:effectLst>
            <a:outerShdw sx="100000" sy="100000" kx="0" ky="0" algn="bl" rotWithShape="0" blurRad="508000" dist="50800" dir="16200000">
              <a:srgbClr val="C7F0F0">
                <a:alpha val="6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2514600"/>
            <a:ext cx="2834640" cy="2834640"/>
          </a:xfrm>
          <a:prstGeom prst="ellipse">
            <a:avLst/>
          </a:prstGeom>
          <a:solidFill>
            <a:srgbClr val="3B5BDB"/>
          </a:solidFill>
          <a:ln/>
          <a:effectLst>
            <a:outerShdw sx="100000" sy="100000" kx="0" ky="0" algn="bl" rotWithShape="0" blurRad="508000" dist="50800" dir="16200000">
              <a:srgbClr val="6B8CFF">
                <a:alpha val="6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283464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てんのうせい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223760" y="5532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かいおうせい</a:t>
            </a: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5355298" y="6145682"/>
            <a:ext cx="993724" cy="115214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312093" y="5838444"/>
            <a:ext cx="307238" cy="30723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1" name="Shape 79"/>
          <p:cNvSpPr/>
          <p:nvPr/>
        </p:nvSpPr>
        <p:spPr>
          <a:xfrm>
            <a:off x="6084989" y="5838444"/>
            <a:ext cx="307238" cy="30723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2" name="Shape 80"/>
          <p:cNvSpPr/>
          <p:nvPr/>
        </p:nvSpPr>
        <p:spPr>
          <a:xfrm>
            <a:off x="5300091" y="5127955"/>
            <a:ext cx="1104138" cy="787298"/>
          </a:xfrm>
          <a:prstGeom prst="roundRect">
            <a:avLst>
              <a:gd name="adj" fmla="val 1393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54670" y="5238177"/>
            <a:ext cx="794979" cy="440887"/>
          </a:xfrm>
          <a:prstGeom prst="roundRect">
            <a:avLst>
              <a:gd name="adj" fmla="val 16592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73456" y="5351341"/>
            <a:ext cx="144018" cy="144018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5" name="Shape 83"/>
          <p:cNvSpPr/>
          <p:nvPr/>
        </p:nvSpPr>
        <p:spPr>
          <a:xfrm>
            <a:off x="5986846" y="5351341"/>
            <a:ext cx="144018" cy="144018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6" name="Shape 84"/>
          <p:cNvSpPr/>
          <p:nvPr/>
        </p:nvSpPr>
        <p:spPr>
          <a:xfrm>
            <a:off x="5483777" y="5471356"/>
            <a:ext cx="96012" cy="96012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6124531" y="5471356"/>
            <a:ext cx="96012" cy="96012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5679338" y="5459604"/>
            <a:ext cx="345643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100" dirty="0"/>
          </a:p>
        </p:txBody>
      </p:sp>
      <p:sp>
        <p:nvSpPr>
          <p:cNvPr id="89" name="Text 87"/>
          <p:cNvSpPr/>
          <p:nvPr/>
        </p:nvSpPr>
        <p:spPr>
          <a:xfrm>
            <a:off x="5583326" y="4724705"/>
            <a:ext cx="53766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30" dirty="0">
                <a:solidFill>
                  <a:srgbClr val="000000"/>
                </a:solidFill>
              </a:rPr>
              <a:t>👑</a:t>
            </a:r>
            <a:endParaRPr lang="en-US" sz="2730" dirty="0"/>
          </a:p>
        </p:txBody>
      </p:sp>
      <p:sp>
        <p:nvSpPr>
          <p:cNvPr id="90" name="Shape 88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7240" y="42976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とおくにあおいてんのうせいとかいおうせいがみえます。とてもつめたくて、とおいほしです。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A0D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D0F2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10103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13123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161439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19163D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1C1841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F1A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221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251D4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281F52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2B215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2E235A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312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342663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372867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3A2A6B"/>
          </a:solidFill>
          <a:ln/>
        </p:spPr>
      </p:sp>
      <p:sp>
        <p:nvSpPr>
          <p:cNvPr id="20" name="Shape 18"/>
          <p:cNvSpPr/>
          <p:nvPr/>
        </p:nvSpPr>
        <p:spPr>
          <a:xfrm rot="5400000">
            <a:off x="7586320" y="315468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6750000">
            <a:off x="7464512" y="376705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7117632" y="4286192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9450000">
            <a:off x="6598490" y="4633072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0800000">
            <a:off x="5986120" y="475488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2150000">
            <a:off x="5373750" y="4633072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4854607" y="4286192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4850000">
            <a:off x="4507728" y="376705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6200000">
            <a:off x="4385920" y="315468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17550000">
            <a:off x="4507728" y="254231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8900000">
            <a:off x="4854607" y="2023168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20250000">
            <a:off x="5373750" y="1676288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21600000">
            <a:off x="5986120" y="155448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350000">
            <a:off x="6598490" y="1676288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7117632" y="2023168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4050000">
            <a:off x="7464512" y="2542310"/>
            <a:ext cx="219456" cy="640080"/>
          </a:xfrm>
          <a:prstGeom prst="triangle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41368" y="1920240"/>
            <a:ext cx="3108960" cy="3108960"/>
          </a:xfrm>
          <a:prstGeom prst="ellipse">
            <a:avLst/>
          </a:prstGeom>
          <a:solidFill>
            <a:srgbClr val="FFB020"/>
          </a:solidFill>
          <a:ln/>
          <a:effectLst>
            <a:outerShdw sx="100000" sy="100000" kx="0" ky="0" algn="bl" rotWithShape="0" blurRad="508000" dist="50800" dir="16200000">
              <a:srgbClr val="FFD166">
                <a:alpha val="6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8568" y="5669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たいよう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2976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そのまわりに、まぶしいひかりがみえました。たいようです。じぶんでひかる「こうせい」なのです。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099" y="6129895"/>
            <a:ext cx="67329" cy="673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8788740" y="5603686"/>
            <a:ext cx="89013" cy="8901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15311" y="3862725"/>
            <a:ext cx="55406" cy="554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428763" y="5216102"/>
            <a:ext cx="38707" cy="3870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330139" y="1161472"/>
            <a:ext cx="55285" cy="552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2251702" y="747520"/>
            <a:ext cx="88719" cy="887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7506080" y="4062906"/>
            <a:ext cx="28919" cy="289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852965" y="2922832"/>
            <a:ext cx="29164" cy="291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9435956" y="303256"/>
            <a:ext cx="39837" cy="398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92567" y="4396188"/>
            <a:ext cx="78819" cy="788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301626" y="4225257"/>
            <a:ext cx="84945" cy="849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4817" y="4108555"/>
            <a:ext cx="84781" cy="8478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87053" y="4122007"/>
            <a:ext cx="82664" cy="826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2816739" y="328844"/>
            <a:ext cx="85284" cy="852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8575424" y="5132790"/>
            <a:ext cx="27597" cy="275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01396" y="682396"/>
            <a:ext cx="50374" cy="503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8608879" y="5949226"/>
            <a:ext cx="246511" cy="24651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72859" y="4268965"/>
            <a:ext cx="28428" cy="284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67960" y="713120"/>
            <a:ext cx="69322" cy="693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8553193" y="698471"/>
            <a:ext cx="226950" cy="22695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2584403" y="5198626"/>
            <a:ext cx="49777" cy="497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236688" y="5828993"/>
            <a:ext cx="120113" cy="12011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46289" y="3762221"/>
            <a:ext cx="35771" cy="357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8806494" y="2002683"/>
            <a:ext cx="27720" cy="277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801933" y="3519759"/>
            <a:ext cx="86638" cy="866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05571" y="2017501"/>
            <a:ext cx="143489" cy="14348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4655271" y="3952991"/>
            <a:ext cx="69224" cy="692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9240043" y="6628686"/>
            <a:ext cx="28580" cy="285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2448637" y="4088908"/>
            <a:ext cx="75226" cy="752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6277327" y="4667098"/>
            <a:ext cx="73749" cy="737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21792" y="280761"/>
            <a:ext cx="31656" cy="316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7208686" y="4224741"/>
            <a:ext cx="67996" cy="679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11944326" y="6761095"/>
            <a:ext cx="60319" cy="603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3747377" y="6786791"/>
            <a:ext cx="58663" cy="586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22236" y="1685189"/>
            <a:ext cx="86198" cy="861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1976992" y="130262"/>
            <a:ext cx="42488" cy="424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7713834" y="6809084"/>
            <a:ext cx="35115" cy="3511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666187" y="5125121"/>
            <a:ext cx="40789" cy="407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9420251" y="2706567"/>
            <a:ext cx="28936" cy="289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9603002" y="2246560"/>
            <a:ext cx="70698" cy="706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5516970" y="3302125"/>
            <a:ext cx="63591" cy="635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7610714" y="5738891"/>
            <a:ext cx="51943" cy="519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98437" y="184390"/>
            <a:ext cx="84153" cy="841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9171" y="3897869"/>
            <a:ext cx="63494" cy="634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6915885" y="6668761"/>
            <a:ext cx="42113" cy="421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8406554" y="6519240"/>
            <a:ext cx="78432" cy="784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4099009" y="5043815"/>
            <a:ext cx="264917" cy="26491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6129534" y="6439089"/>
            <a:ext cx="50972" cy="509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2543946" y="6764406"/>
            <a:ext cx="67665" cy="676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1339300" y="6311084"/>
            <a:ext cx="70014" cy="700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1921168" y="3076130"/>
            <a:ext cx="220016" cy="22001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8874734" y="2502871"/>
            <a:ext cx="80134" cy="801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3359378" y="744961"/>
            <a:ext cx="71455" cy="714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8300722" y="373411"/>
            <a:ext cx="35356" cy="353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7508221" y="3729246"/>
            <a:ext cx="47771" cy="477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6006660" y="3770000"/>
            <a:ext cx="39792" cy="397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8476777" y="5189788"/>
            <a:ext cx="71530" cy="715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4757254" y="1138056"/>
            <a:ext cx="30595" cy="305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11787696" y="427185"/>
            <a:ext cx="85528" cy="855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9042624" y="5572231"/>
            <a:ext cx="87991" cy="879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4792441" y="4622034"/>
            <a:ext cx="45719" cy="457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1" name="Shape 79"/>
          <p:cNvSpPr/>
          <p:nvPr/>
        </p:nvSpPr>
        <p:spPr>
          <a:xfrm>
            <a:off x="408145" y="4481134"/>
            <a:ext cx="90196" cy="901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2" name="Shape 80"/>
          <p:cNvSpPr/>
          <p:nvPr/>
        </p:nvSpPr>
        <p:spPr>
          <a:xfrm>
            <a:off x="10615820" y="3838478"/>
            <a:ext cx="28270" cy="282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3" name="Shape 81"/>
          <p:cNvSpPr/>
          <p:nvPr/>
        </p:nvSpPr>
        <p:spPr>
          <a:xfrm>
            <a:off x="167567" y="9394"/>
            <a:ext cx="28834" cy="288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4" name="Shape 82"/>
          <p:cNvSpPr/>
          <p:nvPr/>
        </p:nvSpPr>
        <p:spPr>
          <a:xfrm>
            <a:off x="181328" y="6668470"/>
            <a:ext cx="60445" cy="604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5" name="Shape 83"/>
          <p:cNvSpPr/>
          <p:nvPr/>
        </p:nvSpPr>
        <p:spPr>
          <a:xfrm>
            <a:off x="7269340" y="1588141"/>
            <a:ext cx="32557" cy="325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6" name="Shape 84"/>
          <p:cNvSpPr/>
          <p:nvPr/>
        </p:nvSpPr>
        <p:spPr>
          <a:xfrm>
            <a:off x="9852191" y="5833280"/>
            <a:ext cx="72542" cy="725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7" name="Shape 85"/>
          <p:cNvSpPr/>
          <p:nvPr/>
        </p:nvSpPr>
        <p:spPr>
          <a:xfrm>
            <a:off x="9550213" y="3800095"/>
            <a:ext cx="88080" cy="880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8" name="Shape 86"/>
          <p:cNvSpPr/>
          <p:nvPr/>
        </p:nvSpPr>
        <p:spPr>
          <a:xfrm>
            <a:off x="7031912" y="6328043"/>
            <a:ext cx="42008" cy="420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9" name="Shape 87"/>
          <p:cNvSpPr/>
          <p:nvPr/>
        </p:nvSpPr>
        <p:spPr>
          <a:xfrm>
            <a:off x="1110030" y="1680446"/>
            <a:ext cx="46258" cy="462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0" name="Shape 88"/>
          <p:cNvSpPr/>
          <p:nvPr/>
        </p:nvSpPr>
        <p:spPr>
          <a:xfrm>
            <a:off x="3258650" y="1707347"/>
            <a:ext cx="41522" cy="415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1" name="Shape 89"/>
          <p:cNvSpPr/>
          <p:nvPr/>
        </p:nvSpPr>
        <p:spPr>
          <a:xfrm>
            <a:off x="4501094" y="232994"/>
            <a:ext cx="27561" cy="275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2" name="Shape 90"/>
          <p:cNvSpPr/>
          <p:nvPr/>
        </p:nvSpPr>
        <p:spPr>
          <a:xfrm>
            <a:off x="2709267" y="6113002"/>
            <a:ext cx="41757" cy="417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3" name="Shape 91"/>
          <p:cNvSpPr/>
          <p:nvPr/>
        </p:nvSpPr>
        <p:spPr>
          <a:xfrm>
            <a:off x="8956190" y="4510578"/>
            <a:ext cx="36341" cy="363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4" name="Shape 92"/>
          <p:cNvSpPr/>
          <p:nvPr/>
        </p:nvSpPr>
        <p:spPr>
          <a:xfrm>
            <a:off x="10082949" y="6609628"/>
            <a:ext cx="47413" cy="474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5" name="Shape 93"/>
          <p:cNvSpPr/>
          <p:nvPr/>
        </p:nvSpPr>
        <p:spPr>
          <a:xfrm>
            <a:off x="3868935" y="3872638"/>
            <a:ext cx="222369" cy="22236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96" name="Shape 94"/>
          <p:cNvSpPr/>
          <p:nvPr/>
        </p:nvSpPr>
        <p:spPr>
          <a:xfrm>
            <a:off x="2946667" y="1102533"/>
            <a:ext cx="91067" cy="910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32272" y="4002415"/>
            <a:ext cx="77138" cy="771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8" name="Shape 96"/>
          <p:cNvSpPr/>
          <p:nvPr/>
        </p:nvSpPr>
        <p:spPr>
          <a:xfrm>
            <a:off x="2268260" y="6417415"/>
            <a:ext cx="43604" cy="436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9" name="Shape 97"/>
          <p:cNvSpPr/>
          <p:nvPr/>
        </p:nvSpPr>
        <p:spPr>
          <a:xfrm>
            <a:off x="1792127" y="3820795"/>
            <a:ext cx="212326" cy="21232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873111" y="1717156"/>
            <a:ext cx="131824" cy="13182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915050" y="4307248"/>
            <a:ext cx="242877" cy="24287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850331" y="3282591"/>
            <a:ext cx="71888" cy="718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80557" y="5699346"/>
            <a:ext cx="57498" cy="574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761055" y="4950040"/>
            <a:ext cx="36030" cy="360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500395" y="6015922"/>
            <a:ext cx="47057" cy="470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46967" y="5380527"/>
            <a:ext cx="36095" cy="360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06111" y="888466"/>
            <a:ext cx="51576" cy="515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244973" y="2222496"/>
            <a:ext cx="72433" cy="724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048247" y="3867818"/>
            <a:ext cx="86167" cy="861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560320" y="1920240"/>
            <a:ext cx="914400" cy="914400"/>
          </a:xfrm>
          <a:prstGeom prst="ellipse">
            <a:avLst/>
          </a:prstGeom>
          <a:solidFill>
            <a:srgbClr val="FFE9B0">
              <a:alpha val="60000"/>
            </a:srgbClr>
          </a:solidFill>
          <a:ln/>
          <a:effectLst>
            <a:outerShdw sx="100000" sy="100000" kx="0" ky="0" algn="bl" rotWithShape="0" blurRad="381000" dist="50800" dir="16200000">
              <a:srgbClr val="FFD166">
                <a:alpha val="6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2834640" y="2194560"/>
            <a:ext cx="365760" cy="365760"/>
          </a:xfrm>
          <a:prstGeom prst="star5">
            <a:avLst/>
          </a:prstGeom>
          <a:solidFill>
            <a:srgbClr val="FFF3C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63640" y="1234440"/>
            <a:ext cx="1188720" cy="1188720"/>
          </a:xfrm>
          <a:prstGeom prst="ellipse">
            <a:avLst/>
          </a:prstGeom>
          <a:solidFill>
            <a:srgbClr val="FFE9B0">
              <a:alpha val="60000"/>
            </a:srgbClr>
          </a:solidFill>
          <a:ln/>
          <a:effectLst>
            <a:outerShdw sx="100000" sy="100000" kx="0" ky="0" algn="bl" rotWithShape="0" blurRad="381000" dist="50800" dir="16200000">
              <a:srgbClr val="FFD166">
                <a:alpha val="6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6620256" y="1591056"/>
            <a:ext cx="475488" cy="475488"/>
          </a:xfrm>
          <a:prstGeom prst="star5">
            <a:avLst/>
          </a:prstGeom>
          <a:solidFill>
            <a:srgbClr val="FFF3C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95360" y="2926080"/>
            <a:ext cx="731520" cy="731520"/>
          </a:xfrm>
          <a:prstGeom prst="ellipse">
            <a:avLst/>
          </a:prstGeom>
          <a:solidFill>
            <a:srgbClr val="FFE9B0">
              <a:alpha val="60000"/>
            </a:srgbClr>
          </a:solidFill>
          <a:ln/>
          <a:effectLst>
            <a:outerShdw sx="100000" sy="100000" kx="0" ky="0" algn="bl" rotWithShape="0" blurRad="381000" dist="50800" dir="16200000">
              <a:srgbClr val="FFD166">
                <a:alpha val="6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8814816" y="3145536"/>
            <a:ext cx="292608" cy="292608"/>
          </a:xfrm>
          <a:prstGeom prst="star5">
            <a:avLst/>
          </a:prstGeom>
          <a:solidFill>
            <a:srgbClr val="FFF3C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800600" y="3886200"/>
            <a:ext cx="640080" cy="640080"/>
          </a:xfrm>
          <a:prstGeom prst="ellipse">
            <a:avLst/>
          </a:prstGeom>
          <a:solidFill>
            <a:srgbClr val="FFE9B0">
              <a:alpha val="60000"/>
            </a:srgbClr>
          </a:solidFill>
          <a:ln/>
          <a:effectLst>
            <a:outerShdw sx="100000" sy="100000" kx="0" ky="0" algn="bl" rotWithShape="0" blurRad="381000" dist="50800" dir="16200000">
              <a:srgbClr val="FFD166">
                <a:alpha val="6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4992624" y="4078224"/>
            <a:ext cx="256032" cy="256032"/>
          </a:xfrm>
          <a:prstGeom prst="star5">
            <a:avLst/>
          </a:prstGeom>
          <a:solidFill>
            <a:srgbClr val="FFF3C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609458" y="595914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574483" y="571042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200161" y="571042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564767" y="513527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1689903" y="522449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786063" y="531610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2120711" y="531610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713465" y="541326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2232171" y="541326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1871777" y="540374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28" name="Text 126"/>
          <p:cNvSpPr/>
          <p:nvPr/>
        </p:nvSpPr>
        <p:spPr>
          <a:xfrm>
            <a:off x="1794053" y="480883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👑</a:t>
            </a:r>
            <a:endParaRPr lang="en-US" sz="2210" dirty="0"/>
          </a:p>
        </p:txBody>
      </p:sp>
      <p:sp>
        <p:nvSpPr>
          <p:cNvPr id="129" name="Shape 127"/>
          <p:cNvSpPr/>
          <p:nvPr/>
        </p:nvSpPr>
        <p:spPr>
          <a:xfrm>
            <a:off x="2615298" y="595914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2580323" y="571042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1" name="Shape 129"/>
          <p:cNvSpPr/>
          <p:nvPr/>
        </p:nvSpPr>
        <p:spPr>
          <a:xfrm>
            <a:off x="3206001" y="571042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570607" y="513527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2695743" y="522449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791903" y="531610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2829793" y="531610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3126551" y="531610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164442" y="531610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719305" y="541326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3238011" y="541326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0" name="Text 138"/>
          <p:cNvSpPr/>
          <p:nvPr/>
        </p:nvSpPr>
        <p:spPr>
          <a:xfrm>
            <a:off x="2877617" y="540374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41" name="Text 139"/>
          <p:cNvSpPr/>
          <p:nvPr/>
        </p:nvSpPr>
        <p:spPr>
          <a:xfrm>
            <a:off x="2799893" y="480883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🔁</a:t>
            </a:r>
            <a:endParaRPr lang="en-US" sz="2210" dirty="0"/>
          </a:p>
        </p:txBody>
      </p:sp>
      <p:sp>
        <p:nvSpPr>
          <p:cNvPr id="142" name="Shape 140"/>
          <p:cNvSpPr/>
          <p:nvPr/>
        </p:nvSpPr>
        <p:spPr>
          <a:xfrm>
            <a:off x="3621138" y="595914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3586163" y="571042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211841" y="571042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5" name="Shape 143"/>
          <p:cNvSpPr/>
          <p:nvPr/>
        </p:nvSpPr>
        <p:spPr>
          <a:xfrm>
            <a:off x="3576447" y="513527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3701583" y="522449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797743" y="531610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835633" y="531610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132391" y="531610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170282" y="531610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725145" y="541326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4243851" y="541326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3" name="Text 151"/>
          <p:cNvSpPr/>
          <p:nvPr/>
        </p:nvSpPr>
        <p:spPr>
          <a:xfrm>
            <a:off x="3883457" y="540374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54" name="Text 152"/>
          <p:cNvSpPr/>
          <p:nvPr/>
        </p:nvSpPr>
        <p:spPr>
          <a:xfrm>
            <a:off x="3805733" y="480883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🎩</a:t>
            </a:r>
            <a:endParaRPr lang="en-US" sz="2210" dirty="0"/>
          </a:p>
        </p:txBody>
      </p:sp>
      <p:sp>
        <p:nvSpPr>
          <p:cNvPr id="155" name="Shape 153"/>
          <p:cNvSpPr/>
          <p:nvPr/>
        </p:nvSpPr>
        <p:spPr>
          <a:xfrm>
            <a:off x="457200" y="27432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77240" y="38404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よるのそらのほしも、みんなたいようのなかま。ちいさくみえるけど、ほんとはとてもおおきいのです。</a:t>
            </a:r>
            <a:endParaRPr lang="en-US" sz="2000" dirty="0"/>
          </a:p>
        </p:txBody>
      </p:sp>
      <p:sp>
        <p:nvSpPr>
          <p:cNvPr id="157" name="Text 15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5" y="173981"/>
            <a:ext cx="51686" cy="516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092380" y="247308"/>
            <a:ext cx="32682" cy="326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7605391" y="3414849"/>
            <a:ext cx="239861" cy="23986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67944" y="5453197"/>
            <a:ext cx="42129" cy="421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320893" y="1214266"/>
            <a:ext cx="79826" cy="798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41563" y="5457407"/>
            <a:ext cx="62410" cy="624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0594" y="818584"/>
            <a:ext cx="34805" cy="348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6924703" y="873597"/>
            <a:ext cx="87432" cy="874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444008" y="628768"/>
            <a:ext cx="86952" cy="869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6713809" y="2725652"/>
            <a:ext cx="78245" cy="782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313448" y="4105587"/>
            <a:ext cx="67193" cy="671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7932" y="4607035"/>
            <a:ext cx="61203" cy="612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3320155" y="256917"/>
            <a:ext cx="203152" cy="20315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5715613" y="2214156"/>
            <a:ext cx="44272" cy="442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2315201" y="4430917"/>
            <a:ext cx="85794" cy="857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9838956" y="4142414"/>
            <a:ext cx="83421" cy="834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8446023" y="2478918"/>
            <a:ext cx="35198" cy="351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9736017" y="4774737"/>
            <a:ext cx="60477" cy="604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4546056" y="122080"/>
            <a:ext cx="39222" cy="392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7833639" y="1041947"/>
            <a:ext cx="60385" cy="603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485204" y="6058382"/>
            <a:ext cx="50792" cy="507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1822092" y="3288401"/>
            <a:ext cx="87162" cy="871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39680" y="2998050"/>
            <a:ext cx="50698" cy="506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894269" y="5522714"/>
            <a:ext cx="65556" cy="6555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5825896" y="2432839"/>
            <a:ext cx="39869" cy="3986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4364522" y="5226478"/>
            <a:ext cx="66213" cy="662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6529378" y="1015400"/>
            <a:ext cx="56577" cy="565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3564198" y="3189263"/>
            <a:ext cx="89731" cy="897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9209954" y="3339586"/>
            <a:ext cx="51213" cy="512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8225164" y="6126147"/>
            <a:ext cx="166466" cy="16646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118" y="2163887"/>
            <a:ext cx="31848" cy="318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7536354" y="2234684"/>
            <a:ext cx="64021" cy="640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1958058" y="2080781"/>
            <a:ext cx="159256" cy="15925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5580217" y="4601464"/>
            <a:ext cx="83358" cy="833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23231" y="2696971"/>
            <a:ext cx="59775" cy="597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6979721" y="6682456"/>
            <a:ext cx="78085" cy="780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7510294" y="2754406"/>
            <a:ext cx="132578" cy="13257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9740035" y="1617354"/>
            <a:ext cx="70490" cy="704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56781" y="4076502"/>
            <a:ext cx="49370" cy="493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11147838" y="6712858"/>
            <a:ext cx="46480" cy="4648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8538581" y="6569494"/>
            <a:ext cx="88510" cy="885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7956656" y="5064568"/>
            <a:ext cx="79243" cy="792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9658211" y="2998316"/>
            <a:ext cx="28542" cy="285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1462924" y="5010226"/>
            <a:ext cx="68043" cy="680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10001084" y="737341"/>
            <a:ext cx="28234" cy="282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476151" y="2763115"/>
            <a:ext cx="66203" cy="662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12043679" y="6519989"/>
            <a:ext cx="67797" cy="677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9178989" y="5484865"/>
            <a:ext cx="81137" cy="811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9863764" y="5513243"/>
            <a:ext cx="52037" cy="520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46386" y="3792406"/>
            <a:ext cx="102381" cy="10238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10321014" y="1033864"/>
            <a:ext cx="217547" cy="21754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7061459" y="4487002"/>
            <a:ext cx="50526" cy="505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4620413" y="3584369"/>
            <a:ext cx="44361" cy="443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1473844" y="5378021"/>
            <a:ext cx="90996" cy="909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5078664" y="1716666"/>
            <a:ext cx="31238" cy="312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4617186" y="512363"/>
            <a:ext cx="69448" cy="694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4982909" y="1684960"/>
            <a:ext cx="50258" cy="502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7190164" y="566331"/>
            <a:ext cx="86019" cy="8601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6227653" y="1381784"/>
            <a:ext cx="50346" cy="503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11670325" y="1773059"/>
            <a:ext cx="44192" cy="441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7775" y="779672"/>
            <a:ext cx="75645" cy="756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1" name="Shape 79"/>
          <p:cNvSpPr/>
          <p:nvPr/>
        </p:nvSpPr>
        <p:spPr>
          <a:xfrm>
            <a:off x="4860041" y="5931731"/>
            <a:ext cx="90140" cy="901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2" name="Shape 80"/>
          <p:cNvSpPr/>
          <p:nvPr/>
        </p:nvSpPr>
        <p:spPr>
          <a:xfrm>
            <a:off x="6110846" y="1207409"/>
            <a:ext cx="28308" cy="283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3" name="Shape 81"/>
          <p:cNvSpPr/>
          <p:nvPr/>
        </p:nvSpPr>
        <p:spPr>
          <a:xfrm>
            <a:off x="9596039" y="4997457"/>
            <a:ext cx="49264" cy="492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4" name="Shape 82"/>
          <p:cNvSpPr/>
          <p:nvPr/>
        </p:nvSpPr>
        <p:spPr>
          <a:xfrm>
            <a:off x="8502090" y="4477764"/>
            <a:ext cx="73583" cy="735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5" name="Shape 83"/>
          <p:cNvSpPr/>
          <p:nvPr/>
        </p:nvSpPr>
        <p:spPr>
          <a:xfrm>
            <a:off x="3720589" y="413420"/>
            <a:ext cx="38609" cy="386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6" name="Shape 84"/>
          <p:cNvSpPr/>
          <p:nvPr/>
        </p:nvSpPr>
        <p:spPr>
          <a:xfrm>
            <a:off x="6975011" y="3292884"/>
            <a:ext cx="86230" cy="862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7" name="Shape 85"/>
          <p:cNvSpPr/>
          <p:nvPr/>
        </p:nvSpPr>
        <p:spPr>
          <a:xfrm>
            <a:off x="10538481" y="6466645"/>
            <a:ext cx="85018" cy="850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8" name="Shape 86"/>
          <p:cNvSpPr/>
          <p:nvPr/>
        </p:nvSpPr>
        <p:spPr>
          <a:xfrm>
            <a:off x="11784888" y="1316318"/>
            <a:ext cx="86312" cy="8631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9" name="Shape 87"/>
          <p:cNvSpPr/>
          <p:nvPr/>
        </p:nvSpPr>
        <p:spPr>
          <a:xfrm>
            <a:off x="10581342" y="198194"/>
            <a:ext cx="73299" cy="732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0" name="Shape 88"/>
          <p:cNvSpPr/>
          <p:nvPr/>
        </p:nvSpPr>
        <p:spPr>
          <a:xfrm>
            <a:off x="5623442" y="1784954"/>
            <a:ext cx="53800" cy="538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1" name="Shape 89"/>
          <p:cNvSpPr/>
          <p:nvPr/>
        </p:nvSpPr>
        <p:spPr>
          <a:xfrm>
            <a:off x="7476529" y="5854676"/>
            <a:ext cx="36295" cy="362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2" name="Shape 90"/>
          <p:cNvSpPr/>
          <p:nvPr/>
        </p:nvSpPr>
        <p:spPr>
          <a:xfrm>
            <a:off x="10036599" y="468048"/>
            <a:ext cx="30771" cy="307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3" name="Shape 91"/>
          <p:cNvSpPr/>
          <p:nvPr/>
        </p:nvSpPr>
        <p:spPr>
          <a:xfrm>
            <a:off x="8809122" y="6274241"/>
            <a:ext cx="51293" cy="512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4" name="Shape 92"/>
          <p:cNvSpPr/>
          <p:nvPr/>
        </p:nvSpPr>
        <p:spPr>
          <a:xfrm>
            <a:off x="566241" y="4104521"/>
            <a:ext cx="27955" cy="279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95" name="Shape 93"/>
          <p:cNvSpPr/>
          <p:nvPr/>
        </p:nvSpPr>
        <p:spPr>
          <a:xfrm flipV="1">
            <a:off x="2743200" y="1828800"/>
            <a:ext cx="914400" cy="182880"/>
          </a:xfrm>
          <a:prstGeom prst="line">
            <a:avLst/>
          </a:prstGeom>
          <a:noFill/>
          <a:ln w="25400">
            <a:solidFill>
              <a:srgbClr val="FFD166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3657600" y="1828800"/>
            <a:ext cx="914400" cy="274320"/>
          </a:xfrm>
          <a:prstGeom prst="line">
            <a:avLst/>
          </a:prstGeom>
          <a:noFill/>
          <a:ln w="25400">
            <a:solidFill>
              <a:srgbClr val="FFD166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4572000" y="2103120"/>
            <a:ext cx="548640" cy="731520"/>
          </a:xfrm>
          <a:prstGeom prst="line">
            <a:avLst/>
          </a:prstGeom>
          <a:noFill/>
          <a:ln w="25400">
            <a:solidFill>
              <a:srgbClr val="FFD166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4572000" y="2834640"/>
            <a:ext cx="548640" cy="731520"/>
          </a:xfrm>
          <a:prstGeom prst="line">
            <a:avLst/>
          </a:prstGeom>
          <a:noFill/>
          <a:ln w="25400">
            <a:solidFill>
              <a:srgbClr val="FFD166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3657600" y="3566160"/>
            <a:ext cx="914400" cy="9144"/>
          </a:xfrm>
          <a:prstGeom prst="line">
            <a:avLst/>
          </a:prstGeom>
          <a:noFill/>
          <a:ln w="25400">
            <a:solidFill>
              <a:srgbClr val="FFD166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 flipV="1">
            <a:off x="2926080" y="3017520"/>
            <a:ext cx="731520" cy="548640"/>
          </a:xfrm>
          <a:prstGeom prst="line">
            <a:avLst/>
          </a:prstGeom>
          <a:noFill/>
          <a:ln w="25400">
            <a:solidFill>
              <a:srgbClr val="FFD166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2633472" y="190195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547872" y="171907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462272" y="199339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010912" y="272491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462272" y="345643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547872" y="345643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816352" y="2907792"/>
            <a:ext cx="219456" cy="219456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608037" y="5426050"/>
            <a:ext cx="1608887" cy="18653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7538085" y="4928616"/>
            <a:ext cx="497434" cy="4974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789441" y="4928616"/>
            <a:ext cx="497434" cy="4974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518654" y="3778301"/>
            <a:ext cx="1787652" cy="1274674"/>
          </a:xfrm>
          <a:prstGeom prst="roundRect">
            <a:avLst>
              <a:gd name="adj" fmla="val 8608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7768925" y="3956755"/>
            <a:ext cx="1287109" cy="713817"/>
          </a:xfrm>
          <a:prstGeom prst="roundRect">
            <a:avLst>
              <a:gd name="adj" fmla="val 10248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61246" y="4139972"/>
            <a:ext cx="233172" cy="23317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630542" y="4139972"/>
            <a:ext cx="233172" cy="233172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816051" y="4334282"/>
            <a:ext cx="155448" cy="15544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8853461" y="4334282"/>
            <a:ext cx="155448" cy="155448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8132674" y="4315255"/>
            <a:ext cx="559613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◡</a:t>
            </a:r>
            <a:endParaRPr lang="en-US" sz="3400" dirty="0"/>
          </a:p>
        </p:txBody>
      </p:sp>
      <p:sp>
        <p:nvSpPr>
          <p:cNvPr id="118" name="Text 116"/>
          <p:cNvSpPr/>
          <p:nvPr/>
        </p:nvSpPr>
        <p:spPr>
          <a:xfrm>
            <a:off x="7977226" y="3125419"/>
            <a:ext cx="8705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20" dirty="0">
                <a:solidFill>
                  <a:srgbClr val="000000"/>
                </a:solidFill>
              </a:rPr>
              <a:t>👑</a:t>
            </a:r>
            <a:endParaRPr lang="en-US" sz="4420" dirty="0"/>
          </a:p>
        </p:txBody>
      </p:sp>
      <p:sp>
        <p:nvSpPr>
          <p:cNvPr id="119" name="Shape 117"/>
          <p:cNvSpPr/>
          <p:nvPr/>
        </p:nvSpPr>
        <p:spPr>
          <a:xfrm>
            <a:off x="6035040" y="4206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 rot="12000000">
            <a:off x="6323076" y="555955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72200" y="4279392"/>
            <a:ext cx="16459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あ、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でんしゃの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かたちだ!</a:t>
            </a:r>
            <a:endParaRPr lang="en-US" sz="1400" dirty="0"/>
          </a:p>
        </p:txBody>
      </p:sp>
      <p:sp>
        <p:nvSpPr>
          <p:cNvPr id="122" name="Shape 120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13333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77240" y="5961888"/>
            <a:ext cx="10637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ろまんちゃんがほしをつないでみました。「あ、でんしゃのかたちだ!」あたらしいせいざのできあがり。</a:t>
            </a:r>
            <a:endParaRPr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0" y="1076068"/>
            <a:ext cx="36043" cy="360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9587716" y="1748930"/>
            <a:ext cx="35694" cy="356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95470" y="2966973"/>
            <a:ext cx="40493" cy="404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98821" y="5690293"/>
            <a:ext cx="45551" cy="455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1646" y="1267060"/>
            <a:ext cx="40360" cy="403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9730" y="3309294"/>
            <a:ext cx="36101" cy="361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3755108" y="4432261"/>
            <a:ext cx="40692" cy="406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996440" y="5682362"/>
            <a:ext cx="81692" cy="816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3643754" y="954279"/>
            <a:ext cx="70059" cy="700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2235050" y="1055115"/>
            <a:ext cx="77672" cy="776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25271" y="3985917"/>
            <a:ext cx="49441" cy="494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59353" y="5105515"/>
            <a:ext cx="37624" cy="376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44952" y="3249826"/>
            <a:ext cx="52771" cy="527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8614486" y="4099467"/>
            <a:ext cx="201804" cy="20180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8246672" y="3729044"/>
            <a:ext cx="79982" cy="799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8676515" y="744432"/>
            <a:ext cx="52460" cy="524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3168" y="5866611"/>
            <a:ext cx="52233" cy="522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9099174" y="5280508"/>
            <a:ext cx="28518" cy="285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7924153" y="6389040"/>
            <a:ext cx="73130" cy="731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7114084" y="1385423"/>
            <a:ext cx="45120" cy="451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77700" y="60138"/>
            <a:ext cx="51808" cy="518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15801" y="747810"/>
            <a:ext cx="70278" cy="702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33070" y="2233878"/>
            <a:ext cx="65624" cy="656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5173740" y="2184745"/>
            <a:ext cx="39384" cy="393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49859" y="1345919"/>
            <a:ext cx="171321" cy="17132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915169" y="1577456"/>
            <a:ext cx="84597" cy="845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8403485" y="4935809"/>
            <a:ext cx="43929" cy="4392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80047" y="6607840"/>
            <a:ext cx="260621" cy="26062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3779576" y="2590264"/>
            <a:ext cx="91208" cy="912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73001" y="727197"/>
            <a:ext cx="37228" cy="372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2240444" y="4047012"/>
            <a:ext cx="96120" cy="9612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7864021" y="244626"/>
            <a:ext cx="60046" cy="600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4163486" y="4258467"/>
            <a:ext cx="45852" cy="458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7413056" y="2416136"/>
            <a:ext cx="44045" cy="440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15921" y="3708752"/>
            <a:ext cx="33351" cy="333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982451" y="6376650"/>
            <a:ext cx="49675" cy="496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7306755" y="5557728"/>
            <a:ext cx="53270" cy="532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22188" y="4967587"/>
            <a:ext cx="36184" cy="361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301615" y="5446437"/>
            <a:ext cx="69805" cy="6980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500979" y="4321156"/>
            <a:ext cx="86269" cy="8626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11560192" y="2978863"/>
            <a:ext cx="49421" cy="494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8302598" y="4390245"/>
            <a:ext cx="42534" cy="425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9017986" y="5812243"/>
            <a:ext cx="36939" cy="369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2586677" y="6122584"/>
            <a:ext cx="72591" cy="725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894587" y="1663921"/>
            <a:ext cx="235085" cy="23508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4737442" y="5864989"/>
            <a:ext cx="53974" cy="539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7796654" y="1138162"/>
            <a:ext cx="47288" cy="472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6749" y="4530642"/>
            <a:ext cx="47293" cy="472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4991886" y="4262080"/>
            <a:ext cx="36409" cy="3640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53473" y="1273728"/>
            <a:ext cx="62248" cy="622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6529164" y="5849597"/>
            <a:ext cx="71693" cy="716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5248184" y="6471133"/>
            <a:ext cx="84925" cy="849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5881448" y="6423776"/>
            <a:ext cx="81275" cy="812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6838661" y="3524630"/>
            <a:ext cx="82628" cy="826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2649107" y="6562087"/>
            <a:ext cx="78714" cy="787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3227712" y="4112727"/>
            <a:ext cx="35097" cy="350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1489041" y="5038132"/>
            <a:ext cx="28987" cy="289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9623075" y="6852606"/>
            <a:ext cx="77434" cy="7743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667610" y="2336383"/>
            <a:ext cx="79172" cy="7917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2106330" y="4831888"/>
            <a:ext cx="64402" cy="644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 rot="15000000">
            <a:off x="6949440" y="1005840"/>
            <a:ext cx="2926080" cy="457200"/>
          </a:xfrm>
          <a:prstGeom prst="triangle">
            <a:avLst/>
          </a:prstGeom>
          <a:solidFill>
            <a:srgbClr val="FFD166">
              <a:alpha val="9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675120" y="1417320"/>
            <a:ext cx="457200" cy="457200"/>
          </a:xfrm>
          <a:prstGeom prst="star5">
            <a:avLst/>
          </a:prstGeom>
          <a:solidFill>
            <a:srgbClr val="FFF3C4"/>
          </a:solidFill>
          <a:ln/>
        </p:spPr>
      </p:sp>
      <p:sp>
        <p:nvSpPr>
          <p:cNvPr id="82" name="Shape 80"/>
          <p:cNvSpPr/>
          <p:nvPr/>
        </p:nvSpPr>
        <p:spPr>
          <a:xfrm>
            <a:off x="115225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117282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174296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5" name="Shape 83"/>
          <p:cNvSpPr/>
          <p:nvPr/>
        </p:nvSpPr>
        <p:spPr>
          <a:xfrm>
            <a:off x="110756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23270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328863" y="540754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8" name="Shape 86"/>
          <p:cNvSpPr/>
          <p:nvPr/>
        </p:nvSpPr>
        <p:spPr>
          <a:xfrm>
            <a:off x="1663511" y="5407546"/>
            <a:ext cx="116586" cy="116586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89" name="Shape 87"/>
          <p:cNvSpPr/>
          <p:nvPr/>
        </p:nvSpPr>
        <p:spPr>
          <a:xfrm>
            <a:off x="125626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77497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141457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92" name="Text 90"/>
          <p:cNvSpPr/>
          <p:nvPr/>
        </p:nvSpPr>
        <p:spPr>
          <a:xfrm>
            <a:off x="133685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👑</a:t>
            </a:r>
            <a:endParaRPr lang="en-US" sz="2210" dirty="0"/>
          </a:p>
        </p:txBody>
      </p:sp>
      <p:sp>
        <p:nvSpPr>
          <p:cNvPr id="93" name="Shape 91"/>
          <p:cNvSpPr/>
          <p:nvPr/>
        </p:nvSpPr>
        <p:spPr>
          <a:xfrm>
            <a:off x="243241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2397442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5" name="Shape 93"/>
          <p:cNvSpPr/>
          <p:nvPr/>
        </p:nvSpPr>
        <p:spPr>
          <a:xfrm>
            <a:off x="302312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238772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51286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609023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9" name="Shape 97"/>
          <p:cNvSpPr/>
          <p:nvPr/>
        </p:nvSpPr>
        <p:spPr>
          <a:xfrm>
            <a:off x="2646913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0" name="Shape 98"/>
          <p:cNvSpPr/>
          <p:nvPr/>
        </p:nvSpPr>
        <p:spPr>
          <a:xfrm>
            <a:off x="2943671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1" name="Shape 99"/>
          <p:cNvSpPr/>
          <p:nvPr/>
        </p:nvSpPr>
        <p:spPr>
          <a:xfrm>
            <a:off x="2981562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53642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305513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269473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261701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🔁</a:t>
            </a:r>
            <a:endParaRPr lang="en-US" sz="2210" dirty="0"/>
          </a:p>
        </p:txBody>
      </p:sp>
      <p:sp>
        <p:nvSpPr>
          <p:cNvPr id="106" name="Shape 104"/>
          <p:cNvSpPr/>
          <p:nvPr/>
        </p:nvSpPr>
        <p:spPr>
          <a:xfrm>
            <a:off x="371257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3677603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30328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66788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379302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9183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927073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223831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261722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81658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433529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397489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18" name="Text 116"/>
          <p:cNvSpPr/>
          <p:nvPr/>
        </p:nvSpPr>
        <p:spPr>
          <a:xfrm>
            <a:off x="389717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🎩</a:t>
            </a:r>
            <a:endParaRPr lang="en-US" sz="2210" dirty="0"/>
          </a:p>
        </p:txBody>
      </p:sp>
      <p:sp>
        <p:nvSpPr>
          <p:cNvPr id="119" name="Shape 117"/>
          <p:cNvSpPr/>
          <p:nvPr/>
        </p:nvSpPr>
        <p:spPr>
          <a:xfrm>
            <a:off x="499273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4957763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58344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94804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507318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69343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207233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503991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5541882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09674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561545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30" name="Text 128"/>
          <p:cNvSpPr/>
          <p:nvPr/>
        </p:nvSpPr>
        <p:spPr>
          <a:xfrm>
            <a:off x="525505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31" name="Text 129"/>
          <p:cNvSpPr/>
          <p:nvPr/>
        </p:nvSpPr>
        <p:spPr>
          <a:xfrm>
            <a:off x="517733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🎀</a:t>
            </a:r>
            <a:endParaRPr lang="en-US" sz="2210" dirty="0"/>
          </a:p>
        </p:txBody>
      </p:sp>
      <p:sp>
        <p:nvSpPr>
          <p:cNvPr id="132" name="Shape 130"/>
          <p:cNvSpPr/>
          <p:nvPr/>
        </p:nvSpPr>
        <p:spPr>
          <a:xfrm>
            <a:off x="627289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6237923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6360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22820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635334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449503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487393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784151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22042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37690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89561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3" name="Text 141"/>
          <p:cNvSpPr/>
          <p:nvPr/>
        </p:nvSpPr>
        <p:spPr>
          <a:xfrm>
            <a:off x="653521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44" name="Text 142"/>
          <p:cNvSpPr/>
          <p:nvPr/>
        </p:nvSpPr>
        <p:spPr>
          <a:xfrm>
            <a:off x="645749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🔥</a:t>
            </a:r>
            <a:endParaRPr lang="en-US" sz="2210" dirty="0"/>
          </a:p>
        </p:txBody>
      </p:sp>
      <p:sp>
        <p:nvSpPr>
          <p:cNvPr id="145" name="Shape 143"/>
          <p:cNvSpPr/>
          <p:nvPr/>
        </p:nvSpPr>
        <p:spPr>
          <a:xfrm>
            <a:off x="755305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7518083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14376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50836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763350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729663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767553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2" name="Shape 150"/>
          <p:cNvSpPr/>
          <p:nvPr/>
        </p:nvSpPr>
        <p:spPr>
          <a:xfrm>
            <a:off x="8064311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102202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65706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817577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56" name="Text 154"/>
          <p:cNvSpPr/>
          <p:nvPr/>
        </p:nvSpPr>
        <p:spPr>
          <a:xfrm>
            <a:off x="781537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57" name="Text 155"/>
          <p:cNvSpPr/>
          <p:nvPr/>
        </p:nvSpPr>
        <p:spPr>
          <a:xfrm>
            <a:off x="773765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🏖️</a:t>
            </a:r>
            <a:endParaRPr lang="en-US" sz="2210" dirty="0"/>
          </a:p>
        </p:txBody>
      </p:sp>
      <p:sp>
        <p:nvSpPr>
          <p:cNvPr id="158" name="Shape 156"/>
          <p:cNvSpPr/>
          <p:nvPr/>
        </p:nvSpPr>
        <p:spPr>
          <a:xfrm>
            <a:off x="8833218" y="6050585"/>
            <a:ext cx="804443" cy="9326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8798243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423921" y="5801868"/>
            <a:ext cx="248717" cy="24871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788527" y="5226710"/>
            <a:ext cx="893826" cy="637337"/>
          </a:xfrm>
          <a:prstGeom prst="roundRect">
            <a:avLst>
              <a:gd name="adj" fmla="val 17217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8913663" y="5315938"/>
            <a:ext cx="643555" cy="356909"/>
          </a:xfrm>
          <a:prstGeom prst="roundRect">
            <a:avLst>
              <a:gd name="adj" fmla="val 20496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009823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4" name="Shape 162"/>
          <p:cNvSpPr/>
          <p:nvPr/>
        </p:nvSpPr>
        <p:spPr>
          <a:xfrm>
            <a:off x="9047713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344471" y="5407546"/>
            <a:ext cx="116586" cy="11658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382362" y="5407546"/>
            <a:ext cx="34976" cy="349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937225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9455931" y="5504701"/>
            <a:ext cx="77724" cy="777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9" name="Text 167"/>
          <p:cNvSpPr/>
          <p:nvPr/>
        </p:nvSpPr>
        <p:spPr>
          <a:xfrm>
            <a:off x="9095537" y="5495188"/>
            <a:ext cx="27980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700" dirty="0"/>
          </a:p>
        </p:txBody>
      </p:sp>
      <p:sp>
        <p:nvSpPr>
          <p:cNvPr id="170" name="Text 168"/>
          <p:cNvSpPr/>
          <p:nvPr/>
        </p:nvSpPr>
        <p:spPr>
          <a:xfrm>
            <a:off x="9017813" y="4900270"/>
            <a:ext cx="43525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</a:rPr>
              <a:t>🌉</a:t>
            </a:r>
            <a:endParaRPr lang="en-US" sz="2210" dirty="0"/>
          </a:p>
        </p:txBody>
      </p:sp>
      <p:sp>
        <p:nvSpPr>
          <p:cNvPr id="171" name="Shape 169"/>
          <p:cNvSpPr/>
          <p:nvPr/>
        </p:nvSpPr>
        <p:spPr>
          <a:xfrm>
            <a:off x="457200" y="2926080"/>
            <a:ext cx="11277295" cy="1737360"/>
          </a:xfrm>
          <a:prstGeom prst="roundRect">
            <a:avLst>
              <a:gd name="adj" fmla="val 6316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77240" y="3035808"/>
            <a:ext cx="10637215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ひとつのほしがすーっとながれました。りゅうせいです! みんなでおねがいごとをしました。</a:t>
            </a:r>
            <a:endParaRPr lang="en-US" sz="2000" dirty="0"/>
          </a:p>
        </p:txBody>
      </p:sp>
      <p:sp>
        <p:nvSpPr>
          <p:cNvPr id="173" name="Text 17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385" y="1978154"/>
            <a:ext cx="84408" cy="8440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891357" y="3250552"/>
            <a:ext cx="116114" cy="11611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77245" y="2519097"/>
            <a:ext cx="195120" cy="19512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438002" y="5927388"/>
            <a:ext cx="48973" cy="489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494095" y="1319854"/>
            <a:ext cx="64902" cy="649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5329592" y="1161182"/>
            <a:ext cx="73800" cy="738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79621" y="1187939"/>
            <a:ext cx="46578" cy="465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4876482" y="3633127"/>
            <a:ext cx="75951" cy="759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43501" y="1279791"/>
            <a:ext cx="53166" cy="531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9947987" y="6242578"/>
            <a:ext cx="77098" cy="770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2145399" y="3866247"/>
            <a:ext cx="31689" cy="31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0774" y="5603995"/>
            <a:ext cx="78054" cy="7805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9749" y="6242735"/>
            <a:ext cx="113475" cy="11347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13360" y="5984778"/>
            <a:ext cx="90264" cy="9026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986449" y="3027170"/>
            <a:ext cx="74171" cy="741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7514075" y="4204450"/>
            <a:ext cx="256519" cy="25651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0313" y="2396303"/>
            <a:ext cx="69268" cy="692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8462332" y="5786279"/>
            <a:ext cx="60567" cy="6056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302250" y="5798000"/>
            <a:ext cx="43030" cy="430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6394530" y="1728899"/>
            <a:ext cx="29855" cy="2985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8478501" y="919894"/>
            <a:ext cx="52823" cy="5282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8609511" y="5065219"/>
            <a:ext cx="53394" cy="533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26461" y="1469706"/>
            <a:ext cx="80550" cy="805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9453211" y="5704776"/>
            <a:ext cx="77220" cy="7722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3682127" y="258999"/>
            <a:ext cx="74345" cy="743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5274120" y="4786433"/>
            <a:ext cx="38973" cy="389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77592" y="1998217"/>
            <a:ext cx="31282" cy="312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4404201" y="3168416"/>
            <a:ext cx="84016" cy="840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40893" y="1840941"/>
            <a:ext cx="67196" cy="671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2120838" y="2186247"/>
            <a:ext cx="82975" cy="829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3349771" y="5930138"/>
            <a:ext cx="32232" cy="322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8191689" y="5112569"/>
            <a:ext cx="168214" cy="16821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6368914" y="6436154"/>
            <a:ext cx="38618" cy="3861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9245895" y="230808"/>
            <a:ext cx="68741" cy="687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16916" y="4720533"/>
            <a:ext cx="70936" cy="709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9176875" y="6070843"/>
            <a:ext cx="85273" cy="852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7103216" y="1503050"/>
            <a:ext cx="62348" cy="623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3696036" y="1459819"/>
            <a:ext cx="65886" cy="6588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1838144" y="6816372"/>
            <a:ext cx="90239" cy="902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2045815" y="1929454"/>
            <a:ext cx="62051" cy="620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2390108" y="6246233"/>
            <a:ext cx="74341" cy="743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8648539" y="3715921"/>
            <a:ext cx="69833" cy="698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8377761" y="1768170"/>
            <a:ext cx="45336" cy="4533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3710430" y="376942"/>
            <a:ext cx="77140" cy="771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3979785" y="2590501"/>
            <a:ext cx="64482" cy="644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8998734" y="2108864"/>
            <a:ext cx="41745" cy="417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3549629" y="2614335"/>
            <a:ext cx="90788" cy="907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086204" y="3576419"/>
            <a:ext cx="77458" cy="7745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120008" y="3010916"/>
            <a:ext cx="84789" cy="847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9560560" y="5613050"/>
            <a:ext cx="90368" cy="903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2737314" y="3807330"/>
            <a:ext cx="70870" cy="708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3434909" y="1597263"/>
            <a:ext cx="55317" cy="553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7142483" y="2405183"/>
            <a:ext cx="54182" cy="541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11783" y="1671240"/>
            <a:ext cx="74260" cy="742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219550" y="4549507"/>
            <a:ext cx="62182" cy="6218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1371600" y="3291840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76" name="Shape 74"/>
          <p:cNvSpPr/>
          <p:nvPr/>
        </p:nvSpPr>
        <p:spPr>
          <a:xfrm>
            <a:off x="2202873" y="2879654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77" name="Shape 75"/>
          <p:cNvSpPr/>
          <p:nvPr/>
        </p:nvSpPr>
        <p:spPr>
          <a:xfrm>
            <a:off x="3034145" y="2500861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78" name="Shape 76"/>
          <p:cNvSpPr/>
          <p:nvPr/>
        </p:nvSpPr>
        <p:spPr>
          <a:xfrm>
            <a:off x="3865418" y="2186148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79" name="Shape 77"/>
          <p:cNvSpPr/>
          <p:nvPr/>
        </p:nvSpPr>
        <p:spPr>
          <a:xfrm>
            <a:off x="4696691" y="1961012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0" name="Shape 78"/>
          <p:cNvSpPr/>
          <p:nvPr/>
        </p:nvSpPr>
        <p:spPr>
          <a:xfrm>
            <a:off x="5527964" y="1843692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1" name="Shape 79"/>
          <p:cNvSpPr/>
          <p:nvPr/>
        </p:nvSpPr>
        <p:spPr>
          <a:xfrm>
            <a:off x="6359236" y="1843692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2" name="Shape 80"/>
          <p:cNvSpPr/>
          <p:nvPr/>
        </p:nvSpPr>
        <p:spPr>
          <a:xfrm>
            <a:off x="7190509" y="1961012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3" name="Shape 81"/>
          <p:cNvSpPr/>
          <p:nvPr/>
        </p:nvSpPr>
        <p:spPr>
          <a:xfrm>
            <a:off x="8021782" y="2186148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4" name="Shape 82"/>
          <p:cNvSpPr/>
          <p:nvPr/>
        </p:nvSpPr>
        <p:spPr>
          <a:xfrm>
            <a:off x="8853055" y="2500861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5" name="Shape 83"/>
          <p:cNvSpPr/>
          <p:nvPr/>
        </p:nvSpPr>
        <p:spPr>
          <a:xfrm>
            <a:off x="9684327" y="2879654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6" name="Shape 84"/>
          <p:cNvSpPr/>
          <p:nvPr/>
        </p:nvSpPr>
        <p:spPr>
          <a:xfrm>
            <a:off x="10515600" y="3291840"/>
            <a:ext cx="182880" cy="182880"/>
          </a:xfrm>
          <a:prstGeom prst="star5">
            <a:avLst/>
          </a:prstGeom>
          <a:solidFill>
            <a:srgbClr val="FFD166"/>
          </a:solidFill>
          <a:ln/>
        </p:spPr>
      </p:sp>
      <p:sp>
        <p:nvSpPr>
          <p:cNvPr id="87" name="Shape 85"/>
          <p:cNvSpPr/>
          <p:nvPr/>
        </p:nvSpPr>
        <p:spPr>
          <a:xfrm>
            <a:off x="5135956" y="5429707"/>
            <a:ext cx="1798168" cy="208483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5057775" y="4873752"/>
            <a:ext cx="555955" cy="555955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9" name="Shape 87"/>
          <p:cNvSpPr/>
          <p:nvPr/>
        </p:nvSpPr>
        <p:spPr>
          <a:xfrm>
            <a:off x="6456350" y="4873752"/>
            <a:ext cx="555955" cy="555955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0" name="Shape 88"/>
          <p:cNvSpPr/>
          <p:nvPr/>
        </p:nvSpPr>
        <p:spPr>
          <a:xfrm>
            <a:off x="5036058" y="3588106"/>
            <a:ext cx="1997964" cy="1424635"/>
          </a:xfrm>
          <a:prstGeom prst="roundRect">
            <a:avLst>
              <a:gd name="adj" fmla="val 7702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315773" y="3787555"/>
            <a:ext cx="1438534" cy="797796"/>
          </a:xfrm>
          <a:prstGeom prst="roundRect">
            <a:avLst>
              <a:gd name="adj" fmla="val 9169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530719" y="3992327"/>
            <a:ext cx="260604" cy="26060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5615415" y="3992327"/>
            <a:ext cx="78181" cy="7818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6278757" y="3992327"/>
            <a:ext cx="260604" cy="26060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5" name="Shape 93"/>
          <p:cNvSpPr/>
          <p:nvPr/>
        </p:nvSpPr>
        <p:spPr>
          <a:xfrm>
            <a:off x="6363453" y="3992327"/>
            <a:ext cx="78181" cy="7818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5368443" y="4209497"/>
            <a:ext cx="173736" cy="17373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6527901" y="4209497"/>
            <a:ext cx="173736" cy="17373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5722315" y="4188231"/>
            <a:ext cx="62545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3800" dirty="0"/>
          </a:p>
        </p:txBody>
      </p:sp>
      <p:sp>
        <p:nvSpPr>
          <p:cNvPr id="99" name="Text 97"/>
          <p:cNvSpPr/>
          <p:nvPr/>
        </p:nvSpPr>
        <p:spPr>
          <a:xfrm>
            <a:off x="5548579" y="2858414"/>
            <a:ext cx="9729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940" dirty="0">
                <a:solidFill>
                  <a:srgbClr val="000000"/>
                </a:solidFill>
              </a:rPr>
              <a:t>🌉</a:t>
            </a:r>
            <a:endParaRPr lang="en-US" sz="4940" dirty="0"/>
          </a:p>
        </p:txBody>
      </p:sp>
      <p:sp>
        <p:nvSpPr>
          <p:cNvPr id="100" name="Text 98"/>
          <p:cNvSpPr/>
          <p:nvPr/>
        </p:nvSpPr>
        <p:spPr>
          <a:xfrm>
            <a:off x="5212080" y="563819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うえとうくん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68096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 rot="12000000">
            <a:off x="7982712" y="482803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3D2F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818120" y="3730752"/>
            <a:ext cx="17373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そろそろ、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かえろう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457200" y="27432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7240" y="384048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うえとうくんがひかるはしをつくりました。「そろそろ、かえろう。」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481" y="1152096"/>
            <a:ext cx="206293" cy="20629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86692" y="1900870"/>
            <a:ext cx="41716" cy="417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8067325" y="828488"/>
            <a:ext cx="89587" cy="895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7183" y="2465794"/>
            <a:ext cx="52395" cy="5239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4848" y="549059"/>
            <a:ext cx="89443" cy="894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19454" y="2348428"/>
            <a:ext cx="47492" cy="474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4135" y="1920647"/>
            <a:ext cx="52465" cy="5246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9948219" y="633557"/>
            <a:ext cx="70211" cy="702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43248" y="642121"/>
            <a:ext cx="36273" cy="362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69228" y="1828816"/>
            <a:ext cx="76524" cy="765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157221" y="1498631"/>
            <a:ext cx="77945" cy="779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53890" y="2440990"/>
            <a:ext cx="54476" cy="544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2850" y="951058"/>
            <a:ext cx="86887" cy="868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2220538" y="404836"/>
            <a:ext cx="49252" cy="492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7917920" y="930119"/>
            <a:ext cx="68359" cy="683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1634" y="322587"/>
            <a:ext cx="54545" cy="545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7957457" y="2313598"/>
            <a:ext cx="86304" cy="8630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7825489" y="2516820"/>
            <a:ext cx="85826" cy="8582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2488652" y="2082784"/>
            <a:ext cx="76938" cy="769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5674976" y="828950"/>
            <a:ext cx="78598" cy="7859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379302" y="711860"/>
            <a:ext cx="53839" cy="5383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7003220" y="1009851"/>
            <a:ext cx="36511" cy="365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19851" y="282214"/>
            <a:ext cx="94406" cy="94406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1540987" y="946723"/>
            <a:ext cx="153144" cy="15314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8706090" y="2412032"/>
            <a:ext cx="27576" cy="275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1824766" y="454964"/>
            <a:ext cx="57357" cy="573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12151699" y="2367450"/>
            <a:ext cx="82642" cy="8264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20051" y="2634797"/>
            <a:ext cx="81159" cy="811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5110515" y="436648"/>
            <a:ext cx="43183" cy="431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876980" y="1458119"/>
            <a:ext cx="64714" cy="647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4459097" y="382105"/>
            <a:ext cx="32424" cy="324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8519356" y="1249005"/>
            <a:ext cx="52096" cy="520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8574342" y="702336"/>
            <a:ext cx="94155" cy="9415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11078734" y="1961392"/>
            <a:ext cx="29428" cy="2942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09607" y="2292926"/>
            <a:ext cx="133538" cy="13353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4179604" y="2306015"/>
            <a:ext cx="56863" cy="5686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6899677" y="1722549"/>
            <a:ext cx="71426" cy="714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769885" y="1924021"/>
            <a:ext cx="94738" cy="9473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3374673" y="531323"/>
            <a:ext cx="46666" cy="4666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3590651" y="2558301"/>
            <a:ext cx="37832" cy="3783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5411719" y="1062241"/>
            <a:ext cx="35252" cy="352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8994481" y="1216639"/>
            <a:ext cx="33124" cy="331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7737536" y="1832839"/>
            <a:ext cx="53733" cy="5373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4834182" y="595720"/>
            <a:ext cx="81689" cy="8168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7064983" y="1406832"/>
            <a:ext cx="50602" cy="506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1828800" y="1371600"/>
            <a:ext cx="4754880" cy="475488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508000" dist="50800" dir="16200000">
              <a:srgbClr val="5AA9FF">
                <a:alpha val="6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697480" y="2651760"/>
            <a:ext cx="11887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7" name="Shape 65"/>
          <p:cNvSpPr/>
          <p:nvPr/>
        </p:nvSpPr>
        <p:spPr>
          <a:xfrm>
            <a:off x="4251960" y="3611880"/>
            <a:ext cx="100584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8" name="Shape 66"/>
          <p:cNvSpPr/>
          <p:nvPr/>
        </p:nvSpPr>
        <p:spPr>
          <a:xfrm>
            <a:off x="3246120" y="4526280"/>
            <a:ext cx="137160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9" name="Text 67"/>
          <p:cNvSpPr/>
          <p:nvPr/>
        </p:nvSpPr>
        <p:spPr>
          <a:xfrm>
            <a:off x="67208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6B81"/>
                </a:solidFill>
              </a:rPr>
              <a:t>♡</a:t>
            </a:r>
            <a:endParaRPr lang="en-US" sz="3000" dirty="0"/>
          </a:p>
        </p:txBody>
      </p:sp>
      <p:sp>
        <p:nvSpPr>
          <p:cNvPr id="70" name="Shape 68"/>
          <p:cNvSpPr/>
          <p:nvPr/>
        </p:nvSpPr>
        <p:spPr>
          <a:xfrm>
            <a:off x="8149019" y="6140196"/>
            <a:ext cx="709803" cy="8229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118158" y="5920740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2" name="Shape 70"/>
          <p:cNvSpPr/>
          <p:nvPr/>
        </p:nvSpPr>
        <p:spPr>
          <a:xfrm>
            <a:off x="8670227" y="5920740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3" name="Shape 71"/>
          <p:cNvSpPr/>
          <p:nvPr/>
        </p:nvSpPr>
        <p:spPr>
          <a:xfrm>
            <a:off x="8109585" y="5413248"/>
            <a:ext cx="788670" cy="562356"/>
          </a:xfrm>
          <a:prstGeom prst="roundRect">
            <a:avLst>
              <a:gd name="adj" fmla="val 19512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219999" y="5491978"/>
            <a:ext cx="567842" cy="314919"/>
          </a:xfrm>
          <a:prstGeom prst="roundRect">
            <a:avLst>
              <a:gd name="adj" fmla="val 23229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04846" y="5572809"/>
            <a:ext cx="102870" cy="10287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6" name="Shape 74"/>
          <p:cNvSpPr/>
          <p:nvPr/>
        </p:nvSpPr>
        <p:spPr>
          <a:xfrm>
            <a:off x="8600124" y="5572809"/>
            <a:ext cx="102870" cy="10287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7" name="Shape 75"/>
          <p:cNvSpPr/>
          <p:nvPr/>
        </p:nvSpPr>
        <p:spPr>
          <a:xfrm>
            <a:off x="8240790" y="5658534"/>
            <a:ext cx="68580" cy="685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698470" y="5658534"/>
            <a:ext cx="68580" cy="685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8380476" y="5650140"/>
            <a:ext cx="2468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311896" y="5125212"/>
            <a:ext cx="384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👑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9154859" y="6140196"/>
            <a:ext cx="709803" cy="8229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123998" y="5920740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9676067" y="5920740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9115425" y="5413248"/>
            <a:ext cx="788670" cy="562356"/>
          </a:xfrm>
          <a:prstGeom prst="roundRect">
            <a:avLst>
              <a:gd name="adj" fmla="val 19512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225839" y="5491978"/>
            <a:ext cx="567842" cy="314919"/>
          </a:xfrm>
          <a:prstGeom prst="roundRect">
            <a:avLst>
              <a:gd name="adj" fmla="val 23229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10686" y="5572809"/>
            <a:ext cx="102870" cy="10287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7" name="Shape 85"/>
          <p:cNvSpPr/>
          <p:nvPr/>
        </p:nvSpPr>
        <p:spPr>
          <a:xfrm>
            <a:off x="9344119" y="5572809"/>
            <a:ext cx="30861" cy="3086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9605964" y="5572809"/>
            <a:ext cx="102870" cy="10287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9" name="Shape 87"/>
          <p:cNvSpPr/>
          <p:nvPr/>
        </p:nvSpPr>
        <p:spPr>
          <a:xfrm>
            <a:off x="9639397" y="5572809"/>
            <a:ext cx="30861" cy="3086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9246630" y="5658534"/>
            <a:ext cx="68580" cy="685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704310" y="5658534"/>
            <a:ext cx="68580" cy="685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9386316" y="5650140"/>
            <a:ext cx="2468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9317736" y="5125212"/>
            <a:ext cx="384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🔁</a:t>
            </a:r>
            <a:endParaRPr lang="en-US" sz="1950" dirty="0"/>
          </a:p>
        </p:txBody>
      </p:sp>
      <p:sp>
        <p:nvSpPr>
          <p:cNvPr id="94" name="Shape 92"/>
          <p:cNvSpPr/>
          <p:nvPr/>
        </p:nvSpPr>
        <p:spPr>
          <a:xfrm>
            <a:off x="10160699" y="6140196"/>
            <a:ext cx="709803" cy="8229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129838" y="5920740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6" name="Shape 94"/>
          <p:cNvSpPr/>
          <p:nvPr/>
        </p:nvSpPr>
        <p:spPr>
          <a:xfrm>
            <a:off x="10681907" y="5920740"/>
            <a:ext cx="219456" cy="219456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7" name="Shape 95"/>
          <p:cNvSpPr/>
          <p:nvPr/>
        </p:nvSpPr>
        <p:spPr>
          <a:xfrm>
            <a:off x="10121265" y="5413248"/>
            <a:ext cx="788670" cy="562356"/>
          </a:xfrm>
          <a:prstGeom prst="roundRect">
            <a:avLst>
              <a:gd name="adj" fmla="val 19512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10231679" y="5491978"/>
            <a:ext cx="567842" cy="314919"/>
          </a:xfrm>
          <a:prstGeom prst="roundRect">
            <a:avLst>
              <a:gd name="adj" fmla="val 23229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316526" y="5572809"/>
            <a:ext cx="102870" cy="10287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349959" y="5572809"/>
            <a:ext cx="30861" cy="3086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611804" y="5572809"/>
            <a:ext cx="102870" cy="10287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645237" y="5572809"/>
            <a:ext cx="30861" cy="3086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52470" y="5658534"/>
            <a:ext cx="68580" cy="685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710150" y="5658534"/>
            <a:ext cx="68580" cy="6858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10392156" y="5650140"/>
            <a:ext cx="2468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500" dirty="0"/>
          </a:p>
        </p:txBody>
      </p:sp>
      <p:sp>
        <p:nvSpPr>
          <p:cNvPr id="106" name="Text 104"/>
          <p:cNvSpPr/>
          <p:nvPr/>
        </p:nvSpPr>
        <p:spPr>
          <a:xfrm>
            <a:off x="10323576" y="5125212"/>
            <a:ext cx="384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🎩</a:t>
            </a:r>
            <a:endParaRPr lang="en-US" sz="1950" dirty="0"/>
          </a:p>
        </p:txBody>
      </p:sp>
      <p:sp>
        <p:nvSpPr>
          <p:cNvPr id="107" name="Shape 105"/>
          <p:cNvSpPr/>
          <p:nvPr/>
        </p:nvSpPr>
        <p:spPr>
          <a:xfrm>
            <a:off x="457200" y="32004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77240" y="429768"/>
            <a:ext cx="1063721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かえりみち、もういちどちきゅうをみました。あたたかくて、いのちにあふれた、せかいでひとつだけのほしです。</a:t>
            </a:r>
            <a:endParaRPr lang="en-US" sz="2000" dirty="0"/>
          </a:p>
        </p:txBody>
      </p:sp>
      <p:sp>
        <p:nvSpPr>
          <p:cNvPr id="109" name="Text 10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241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30234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3D2B4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49334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553B4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62434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6E4B4D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7A534D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875B4D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93624D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A0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AC724D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B87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C5824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D18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DD924C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EA9A4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F6A24C"/>
          </a:solidFill>
          <a:ln/>
        </p:spPr>
      </p:sp>
      <p:sp>
        <p:nvSpPr>
          <p:cNvPr id="20" name="Shape 18"/>
          <p:cNvSpPr/>
          <p:nvPr/>
        </p:nvSpPr>
        <p:spPr>
          <a:xfrm>
            <a:off x="3169768" y="4206240"/>
            <a:ext cx="5852160" cy="5852160"/>
          </a:xfrm>
          <a:prstGeom prst="ellipse">
            <a:avLst/>
          </a:prstGeom>
          <a:solidFill>
            <a:srgbClr val="FFD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76" y="1109482"/>
            <a:ext cx="53121" cy="531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690333" y="1834447"/>
            <a:ext cx="44727" cy="4472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4157404" y="476181"/>
            <a:ext cx="50126" cy="501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316364" y="1877797"/>
            <a:ext cx="55817" cy="5581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75602" y="418130"/>
            <a:ext cx="49977" cy="499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3317620" y="1092067"/>
            <a:ext cx="85191" cy="851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20344" y="456806"/>
            <a:ext cx="58351" cy="583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2828262" y="1875180"/>
            <a:ext cx="64471" cy="6447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1300" y="566372"/>
            <a:ext cx="83388" cy="8338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990470" y="851108"/>
            <a:ext cx="75951" cy="759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8169044" y="1063893"/>
            <a:ext cx="60193" cy="6019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7205310" y="1936280"/>
            <a:ext cx="30897" cy="308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4427647" y="1575363"/>
            <a:ext cx="71941" cy="7194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5119411" y="849904"/>
            <a:ext cx="72247" cy="722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1657697" y="476204"/>
            <a:ext cx="62548" cy="625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1585798" y="422269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48765" y="39593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211248" y="39593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9" name="Shape 37"/>
          <p:cNvSpPr/>
          <p:nvPr/>
        </p:nvSpPr>
        <p:spPr>
          <a:xfrm>
            <a:off x="1538478" y="335036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70975" y="344483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2791" y="3541835"/>
            <a:ext cx="123444" cy="123444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42" name="Shape 40"/>
          <p:cNvSpPr/>
          <p:nvPr/>
        </p:nvSpPr>
        <p:spPr>
          <a:xfrm>
            <a:off x="2127125" y="3541835"/>
            <a:ext cx="123444" cy="123444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43" name="Shape 41"/>
          <p:cNvSpPr/>
          <p:nvPr/>
        </p:nvSpPr>
        <p:spPr>
          <a:xfrm>
            <a:off x="1695923" y="36447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245141" y="36447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863547" y="363463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781251" y="300471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👑</a:t>
            </a:r>
            <a:endParaRPr lang="en-US" sz="2340" dirty="0"/>
          </a:p>
        </p:txBody>
      </p:sp>
      <p:sp>
        <p:nvSpPr>
          <p:cNvPr id="47" name="Shape 45"/>
          <p:cNvSpPr/>
          <p:nvPr/>
        </p:nvSpPr>
        <p:spPr>
          <a:xfrm>
            <a:off x="3231718" y="376549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194685" y="35021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49" name="Shape 47"/>
          <p:cNvSpPr/>
          <p:nvPr/>
        </p:nvSpPr>
        <p:spPr>
          <a:xfrm>
            <a:off x="3857168" y="35021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0" name="Shape 48"/>
          <p:cNvSpPr/>
          <p:nvPr/>
        </p:nvSpPr>
        <p:spPr>
          <a:xfrm>
            <a:off x="3184398" y="289316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16895" y="298763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8711" y="308463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3" name="Shape 51"/>
          <p:cNvSpPr/>
          <p:nvPr/>
        </p:nvSpPr>
        <p:spPr>
          <a:xfrm>
            <a:off x="3458830" y="308463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3773045" y="308463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5" name="Shape 53"/>
          <p:cNvSpPr/>
          <p:nvPr/>
        </p:nvSpPr>
        <p:spPr>
          <a:xfrm>
            <a:off x="3813164" y="308463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3341843" y="31875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891061" y="31875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509467" y="317743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427171" y="254751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🔁</a:t>
            </a:r>
            <a:endParaRPr lang="en-US" sz="2340" dirty="0"/>
          </a:p>
        </p:txBody>
      </p:sp>
      <p:sp>
        <p:nvSpPr>
          <p:cNvPr id="60" name="Shape 58"/>
          <p:cNvSpPr/>
          <p:nvPr/>
        </p:nvSpPr>
        <p:spPr>
          <a:xfrm>
            <a:off x="4877638" y="330829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40605" y="30449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2" name="Shape 60"/>
          <p:cNvSpPr/>
          <p:nvPr/>
        </p:nvSpPr>
        <p:spPr>
          <a:xfrm>
            <a:off x="5503088" y="30449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3" name="Shape 61"/>
          <p:cNvSpPr/>
          <p:nvPr/>
        </p:nvSpPr>
        <p:spPr>
          <a:xfrm>
            <a:off x="4830318" y="243596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962815" y="253043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64631" y="262743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6" name="Shape 64"/>
          <p:cNvSpPr/>
          <p:nvPr/>
        </p:nvSpPr>
        <p:spPr>
          <a:xfrm>
            <a:off x="5104750" y="262743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418965" y="262743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8" name="Shape 66"/>
          <p:cNvSpPr/>
          <p:nvPr/>
        </p:nvSpPr>
        <p:spPr>
          <a:xfrm>
            <a:off x="5459084" y="262743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4987763" y="27303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5536981" y="27303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155387" y="272023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5073091" y="209031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🎩</a:t>
            </a:r>
            <a:endParaRPr lang="en-US" sz="2340" dirty="0"/>
          </a:p>
        </p:txBody>
      </p:sp>
      <p:sp>
        <p:nvSpPr>
          <p:cNvPr id="73" name="Shape 71"/>
          <p:cNvSpPr/>
          <p:nvPr/>
        </p:nvSpPr>
        <p:spPr>
          <a:xfrm>
            <a:off x="6523558" y="294253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486525" y="267919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5" name="Shape 73"/>
          <p:cNvSpPr/>
          <p:nvPr/>
        </p:nvSpPr>
        <p:spPr>
          <a:xfrm>
            <a:off x="7149008" y="267919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6" name="Shape 74"/>
          <p:cNvSpPr/>
          <p:nvPr/>
        </p:nvSpPr>
        <p:spPr>
          <a:xfrm>
            <a:off x="6476238" y="207020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608735" y="216467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10551" y="226167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9" name="Shape 77"/>
          <p:cNvSpPr/>
          <p:nvPr/>
        </p:nvSpPr>
        <p:spPr>
          <a:xfrm>
            <a:off x="6750670" y="226167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7064885" y="226167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1" name="Shape 79"/>
          <p:cNvSpPr/>
          <p:nvPr/>
        </p:nvSpPr>
        <p:spPr>
          <a:xfrm>
            <a:off x="7105004" y="226167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6633683" y="236454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182901" y="236454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801307" y="235447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719011" y="172455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🎀</a:t>
            </a:r>
            <a:endParaRPr lang="en-US" sz="2340" dirty="0"/>
          </a:p>
        </p:txBody>
      </p:sp>
      <p:sp>
        <p:nvSpPr>
          <p:cNvPr id="86" name="Shape 84"/>
          <p:cNvSpPr/>
          <p:nvPr/>
        </p:nvSpPr>
        <p:spPr>
          <a:xfrm>
            <a:off x="8169478" y="266821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132445" y="240487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8" name="Shape 86"/>
          <p:cNvSpPr/>
          <p:nvPr/>
        </p:nvSpPr>
        <p:spPr>
          <a:xfrm>
            <a:off x="8794928" y="240487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9" name="Shape 87"/>
          <p:cNvSpPr/>
          <p:nvPr/>
        </p:nvSpPr>
        <p:spPr>
          <a:xfrm>
            <a:off x="8122158" y="179588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8254655" y="189035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56471" y="198735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2" name="Shape 90"/>
          <p:cNvSpPr/>
          <p:nvPr/>
        </p:nvSpPr>
        <p:spPr>
          <a:xfrm>
            <a:off x="8396590" y="198735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8710805" y="198735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4" name="Shape 92"/>
          <p:cNvSpPr/>
          <p:nvPr/>
        </p:nvSpPr>
        <p:spPr>
          <a:xfrm>
            <a:off x="8750924" y="198735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8279603" y="209022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828821" y="209022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8447227" y="208015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364931" y="145023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🔥</a:t>
            </a:r>
            <a:endParaRPr lang="en-US" sz="2340" dirty="0"/>
          </a:p>
        </p:txBody>
      </p:sp>
      <p:sp>
        <p:nvSpPr>
          <p:cNvPr id="99" name="Shape 97"/>
          <p:cNvSpPr/>
          <p:nvPr/>
        </p:nvSpPr>
        <p:spPr>
          <a:xfrm>
            <a:off x="9632518" y="239389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595485" y="21305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57968" y="213055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585198" y="152156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9717695" y="161603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19511" y="171303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859630" y="171303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173845" y="171303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13964" y="171303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742643" y="18159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0291861" y="181590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9910267" y="180583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111" name="Text 109"/>
          <p:cNvSpPr/>
          <p:nvPr/>
        </p:nvSpPr>
        <p:spPr>
          <a:xfrm>
            <a:off x="9827971" y="117591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🏖️</a:t>
            </a:r>
            <a:endParaRPr lang="en-US" sz="2340" dirty="0"/>
          </a:p>
        </p:txBody>
      </p:sp>
      <p:sp>
        <p:nvSpPr>
          <p:cNvPr id="112" name="Shape 110"/>
          <p:cNvSpPr/>
          <p:nvPr/>
        </p:nvSpPr>
        <p:spPr>
          <a:xfrm>
            <a:off x="10729798" y="2211019"/>
            <a:ext cx="851764" cy="98755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0692765" y="194767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355248" y="1947672"/>
            <a:ext cx="263347" cy="26334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682478" y="1338682"/>
            <a:ext cx="946404" cy="674827"/>
          </a:xfrm>
          <a:prstGeom prst="roundRect">
            <a:avLst>
              <a:gd name="adj" fmla="val 16260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10814975" y="1433157"/>
            <a:ext cx="681411" cy="377903"/>
          </a:xfrm>
          <a:prstGeom prst="roundRect">
            <a:avLst>
              <a:gd name="adj" fmla="val 19357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916791" y="153015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956910" y="153015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271125" y="1530155"/>
            <a:ext cx="123444" cy="12344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311244" y="1530155"/>
            <a:ext cx="37033" cy="370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839923" y="163302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1389141" y="1633025"/>
            <a:ext cx="82296" cy="82296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11007547" y="1622952"/>
            <a:ext cx="296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1800" dirty="0"/>
          </a:p>
        </p:txBody>
      </p:sp>
      <p:sp>
        <p:nvSpPr>
          <p:cNvPr id="124" name="Text 122"/>
          <p:cNvSpPr/>
          <p:nvPr/>
        </p:nvSpPr>
        <p:spPr>
          <a:xfrm>
            <a:off x="10925251" y="993038"/>
            <a:ext cx="46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🌉</a:t>
            </a:r>
            <a:endParaRPr lang="en-US" sz="2340" dirty="0"/>
          </a:p>
        </p:txBody>
      </p:sp>
      <p:sp>
        <p:nvSpPr>
          <p:cNvPr id="125" name="Shape 123"/>
          <p:cNvSpPr/>
          <p:nvPr/>
        </p:nvSpPr>
        <p:spPr>
          <a:xfrm>
            <a:off x="457200" y="5760720"/>
            <a:ext cx="11277295" cy="822960"/>
          </a:xfrm>
          <a:prstGeom prst="roundRect">
            <a:avLst>
              <a:gd name="adj" fmla="val 13333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77240" y="5870448"/>
            <a:ext cx="10637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しゅっしゅっぽっぽ、そらからおりていきます。とうかいくんのすきなあさやけのいろがみえてきました。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3A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45316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50386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5B3F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66466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714D62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7C546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875B5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92625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9E6A5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A9715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B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BF7F5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CA865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D58D51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E09450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EB9B4E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F6A2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212080"/>
            <a:ext cx="12191695" cy="164592"/>
          </a:xfrm>
          <a:prstGeom prst="rect">
            <a:avLst/>
          </a:prstGeom>
          <a:solidFill>
            <a:srgbClr val="3A3F5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6415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2301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5910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1158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5879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71928" y="4473852"/>
            <a:ext cx="137160" cy="13716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865632" y="4473852"/>
            <a:ext cx="137160" cy="13716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38651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9676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57276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8132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1440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ろまんちゃん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2719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214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67462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82183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3496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7954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32867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41" name="Shape 39"/>
          <p:cNvSpPr/>
          <p:nvPr/>
        </p:nvSpPr>
        <p:spPr>
          <a:xfrm>
            <a:off x="337324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84955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5980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03580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294436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237744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やまのてん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9023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14909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49" name="Shape 47"/>
          <p:cNvSpPr/>
          <p:nvPr/>
        </p:nvSpPr>
        <p:spPr>
          <a:xfrm>
            <a:off x="488518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0" name="Shape 48"/>
          <p:cNvSpPr/>
          <p:nvPr/>
        </p:nvSpPr>
        <p:spPr>
          <a:xfrm>
            <a:off x="413766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28487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9800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3" name="Shape 51"/>
          <p:cNvSpPr/>
          <p:nvPr/>
        </p:nvSpPr>
        <p:spPr>
          <a:xfrm>
            <a:off x="444258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479171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5" name="Shape 53"/>
          <p:cNvSpPr/>
          <p:nvPr/>
        </p:nvSpPr>
        <p:spPr>
          <a:xfrm>
            <a:off x="483628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31259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92284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49884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440740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🎩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384048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ぎんじろう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5327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61213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3" name="Shape 61"/>
          <p:cNvSpPr/>
          <p:nvPr/>
        </p:nvSpPr>
        <p:spPr>
          <a:xfrm>
            <a:off x="634822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4" name="Shape 62"/>
          <p:cNvSpPr/>
          <p:nvPr/>
        </p:nvSpPr>
        <p:spPr>
          <a:xfrm>
            <a:off x="560070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74791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6104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7" name="Shape 65"/>
          <p:cNvSpPr/>
          <p:nvPr/>
        </p:nvSpPr>
        <p:spPr>
          <a:xfrm>
            <a:off x="590562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25475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69" name="Shape 67"/>
          <p:cNvSpPr/>
          <p:nvPr/>
        </p:nvSpPr>
        <p:spPr>
          <a:xfrm>
            <a:off x="629932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577563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38588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96188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587044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🎀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530352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まるこ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11631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07517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7" name="Shape 75"/>
          <p:cNvSpPr/>
          <p:nvPr/>
        </p:nvSpPr>
        <p:spPr>
          <a:xfrm>
            <a:off x="781126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8" name="Shape 76"/>
          <p:cNvSpPr/>
          <p:nvPr/>
        </p:nvSpPr>
        <p:spPr>
          <a:xfrm>
            <a:off x="706374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21095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2408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1" name="Shape 79"/>
          <p:cNvSpPr/>
          <p:nvPr/>
        </p:nvSpPr>
        <p:spPr>
          <a:xfrm>
            <a:off x="736866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771779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776236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723867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84892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742492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733348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88" name="Text 86"/>
          <p:cNvSpPr/>
          <p:nvPr/>
        </p:nvSpPr>
        <p:spPr>
          <a:xfrm>
            <a:off x="676656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けいきゅん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57935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53821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1" name="Shape 89"/>
          <p:cNvSpPr/>
          <p:nvPr/>
        </p:nvSpPr>
        <p:spPr>
          <a:xfrm>
            <a:off x="927430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2" name="Shape 90"/>
          <p:cNvSpPr/>
          <p:nvPr/>
        </p:nvSpPr>
        <p:spPr>
          <a:xfrm>
            <a:off x="852678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67399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78712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5" name="Shape 93"/>
          <p:cNvSpPr/>
          <p:nvPr/>
        </p:nvSpPr>
        <p:spPr>
          <a:xfrm>
            <a:off x="883170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918083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7" name="Shape 95"/>
          <p:cNvSpPr/>
          <p:nvPr/>
        </p:nvSpPr>
        <p:spPr>
          <a:xfrm>
            <a:off x="922540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870171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31196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888796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01" name="Text 99"/>
          <p:cNvSpPr/>
          <p:nvPr/>
        </p:nvSpPr>
        <p:spPr>
          <a:xfrm>
            <a:off x="879652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🏖️</a:t>
            </a:r>
            <a:endParaRPr lang="en-US" sz="2600" dirty="0"/>
          </a:p>
        </p:txBody>
      </p:sp>
      <p:sp>
        <p:nvSpPr>
          <p:cNvPr id="102" name="Text 100"/>
          <p:cNvSpPr/>
          <p:nvPr/>
        </p:nvSpPr>
        <p:spPr>
          <a:xfrm>
            <a:off x="822960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とうかいくん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0042398" y="5230368"/>
            <a:ext cx="946404" cy="10972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001250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737342" y="4937760"/>
            <a:ext cx="292608" cy="29260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989820" y="4261104"/>
            <a:ext cx="1051560" cy="749808"/>
          </a:xfrm>
          <a:prstGeom prst="roundRect">
            <a:avLst>
              <a:gd name="adj" fmla="val 14634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10137038" y="4366077"/>
            <a:ext cx="757123" cy="419892"/>
          </a:xfrm>
          <a:prstGeom prst="roundRect">
            <a:avLst>
              <a:gd name="adj" fmla="val 17422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50168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294745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643872" y="4473852"/>
            <a:ext cx="137160" cy="1371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688449" y="4473852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164759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0775001" y="4588152"/>
            <a:ext cx="91440" cy="9144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4" name="Text 112"/>
          <p:cNvSpPr/>
          <p:nvPr/>
        </p:nvSpPr>
        <p:spPr>
          <a:xfrm>
            <a:off x="10351008" y="4576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000" dirty="0"/>
          </a:p>
        </p:txBody>
      </p:sp>
      <p:sp>
        <p:nvSpPr>
          <p:cNvPr id="115" name="Text 113"/>
          <p:cNvSpPr/>
          <p:nvPr/>
        </p:nvSpPr>
        <p:spPr>
          <a:xfrm>
            <a:off x="10259568" y="38770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🌉</a:t>
            </a:r>
            <a:endParaRPr lang="en-US" sz="2600" dirty="0"/>
          </a:p>
        </p:txBody>
      </p:sp>
      <p:sp>
        <p:nvSpPr>
          <p:cNvPr id="116" name="Text 114"/>
          <p:cNvSpPr/>
          <p:nvPr/>
        </p:nvSpPr>
        <p:spPr>
          <a:xfrm>
            <a:off x="9692640" y="5340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うえとうくん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457200" y="36576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0A0F2E">
              <a:alpha val="7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77240" y="475488"/>
            <a:ext cx="106372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さいごのえきにつきました。みんなちょっぴりねむいけど、にこにこかおです。「たのしかったね。」</a:t>
            </a:r>
            <a:endParaRPr lang="en-US" sz="2000" dirty="0"/>
          </a:p>
        </p:txBody>
      </p:sp>
      <p:sp>
        <p:nvSpPr>
          <p:cNvPr id="119" name="Text 1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767" y="5586498"/>
            <a:ext cx="85843" cy="8584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9309" y="2399041"/>
            <a:ext cx="50750" cy="507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8529258" y="727593"/>
            <a:ext cx="35213" cy="352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94726" y="17770"/>
            <a:ext cx="62661" cy="626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648804" y="1531031"/>
            <a:ext cx="105157" cy="105157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05648" y="6284731"/>
            <a:ext cx="97720" cy="97720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9371" y="1926649"/>
            <a:ext cx="210373" cy="21037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780041" y="2294188"/>
            <a:ext cx="52991" cy="529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0794" y="2581837"/>
            <a:ext cx="49603" cy="496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4224648" y="6418430"/>
            <a:ext cx="74803" cy="748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2000995" y="3387566"/>
            <a:ext cx="88697" cy="8869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99847" y="739914"/>
            <a:ext cx="47749" cy="477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77241" y="4498373"/>
            <a:ext cx="42048" cy="420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17158" y="6668022"/>
            <a:ext cx="54231" cy="5423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328945" y="219678"/>
            <a:ext cx="50925" cy="5092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2864313" y="4328522"/>
            <a:ext cx="89678" cy="896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7468892" y="2231071"/>
            <a:ext cx="73402" cy="734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5914962" y="951364"/>
            <a:ext cx="60749" cy="607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431247" y="3433840"/>
            <a:ext cx="50646" cy="506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3516312" y="3102803"/>
            <a:ext cx="32803" cy="3280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81705" y="4358917"/>
            <a:ext cx="170658" cy="17065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2184347" y="1760854"/>
            <a:ext cx="49868" cy="4986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00023" y="5271019"/>
            <a:ext cx="76248" cy="762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2187705" y="6068900"/>
            <a:ext cx="36540" cy="365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1586284" y="2769319"/>
            <a:ext cx="79291" cy="7929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7093315" y="3906342"/>
            <a:ext cx="48501" cy="485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5582325" y="3963852"/>
            <a:ext cx="134098" cy="13409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6084209" y="3126723"/>
            <a:ext cx="72587" cy="725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1077" y="5701652"/>
            <a:ext cx="35153" cy="3515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7720490" y="1164447"/>
            <a:ext cx="73940" cy="739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7787077" y="6604640"/>
            <a:ext cx="33000" cy="330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9502359" y="4010340"/>
            <a:ext cx="120513" cy="12051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2998930" y="1430898"/>
            <a:ext cx="73692" cy="736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4385557" y="5205498"/>
            <a:ext cx="39506" cy="3950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004287" y="1909659"/>
            <a:ext cx="29251" cy="2925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1379487" y="4847618"/>
            <a:ext cx="35640" cy="3564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6289059" y="5858338"/>
            <a:ext cx="34650" cy="346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3799734" y="1144751"/>
            <a:ext cx="56676" cy="566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7984260" y="5438111"/>
            <a:ext cx="43961" cy="439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8225159" y="6078647"/>
            <a:ext cx="29185" cy="291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2284858" y="5599710"/>
            <a:ext cx="46001" cy="460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032305" y="1018629"/>
            <a:ext cx="51014" cy="510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5816860" y="6165877"/>
            <a:ext cx="78924" cy="789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8205441" y="4826372"/>
            <a:ext cx="31326" cy="3132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4128883" y="6296821"/>
            <a:ext cx="72970" cy="7297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1660511" y="800362"/>
            <a:ext cx="56837" cy="568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10944919" y="1661029"/>
            <a:ext cx="72761" cy="727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3092329" y="6617526"/>
            <a:ext cx="70100" cy="701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5015888" y="4864263"/>
            <a:ext cx="86285" cy="862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7188907" y="2396338"/>
            <a:ext cx="74835" cy="748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Shape 68"/>
          <p:cNvSpPr/>
          <p:nvPr/>
        </p:nvSpPr>
        <p:spPr>
          <a:xfrm>
            <a:off x="11953305" y="2496263"/>
            <a:ext cx="67579" cy="675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1" name="Shape 69"/>
          <p:cNvSpPr/>
          <p:nvPr/>
        </p:nvSpPr>
        <p:spPr>
          <a:xfrm>
            <a:off x="8373505" y="2675785"/>
            <a:ext cx="64899" cy="6489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2" name="Shape 70"/>
          <p:cNvSpPr/>
          <p:nvPr/>
        </p:nvSpPr>
        <p:spPr>
          <a:xfrm>
            <a:off x="12186622" y="46813"/>
            <a:ext cx="73824" cy="7382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3" name="Shape 71"/>
          <p:cNvSpPr/>
          <p:nvPr/>
        </p:nvSpPr>
        <p:spPr>
          <a:xfrm>
            <a:off x="9279357" y="1115678"/>
            <a:ext cx="40787" cy="4078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4" name="Shape 72"/>
          <p:cNvSpPr/>
          <p:nvPr/>
        </p:nvSpPr>
        <p:spPr>
          <a:xfrm>
            <a:off x="2693017" y="3357188"/>
            <a:ext cx="60061" cy="600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5" name="Shape 73"/>
          <p:cNvSpPr/>
          <p:nvPr/>
        </p:nvSpPr>
        <p:spPr>
          <a:xfrm>
            <a:off x="8472038" y="1540545"/>
            <a:ext cx="55362" cy="5536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6" name="Shape 74"/>
          <p:cNvSpPr/>
          <p:nvPr/>
        </p:nvSpPr>
        <p:spPr>
          <a:xfrm>
            <a:off x="8403093" y="1229993"/>
            <a:ext cx="50647" cy="5064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7" name="Shape 75"/>
          <p:cNvSpPr/>
          <p:nvPr/>
        </p:nvSpPr>
        <p:spPr>
          <a:xfrm>
            <a:off x="9595933" y="3993982"/>
            <a:ext cx="34511" cy="345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8" name="Shape 76"/>
          <p:cNvSpPr/>
          <p:nvPr/>
        </p:nvSpPr>
        <p:spPr>
          <a:xfrm>
            <a:off x="9442479" y="251380"/>
            <a:ext cx="31277" cy="3127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9" name="Shape 77"/>
          <p:cNvSpPr/>
          <p:nvPr/>
        </p:nvSpPr>
        <p:spPr>
          <a:xfrm>
            <a:off x="3053136" y="6410031"/>
            <a:ext cx="112298" cy="112298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80" name="Shape 78"/>
          <p:cNvSpPr/>
          <p:nvPr/>
        </p:nvSpPr>
        <p:spPr>
          <a:xfrm>
            <a:off x="8321040" y="548640"/>
            <a:ext cx="2011680" cy="2011680"/>
          </a:xfrm>
          <a:prstGeom prst="ellipse">
            <a:avLst/>
          </a:prstGeom>
          <a:solidFill>
            <a:srgbClr val="F1EAD6"/>
          </a:solidFill>
          <a:ln/>
          <a:effectLst>
            <a:outerShdw sx="100000" sy="100000" kx="0" ky="0" algn="bl" rotWithShape="0" blurRad="508000" dist="50800" dir="16200000">
              <a:srgbClr val="FFF3C4">
                <a:alpha val="6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663876" y="5159045"/>
            <a:ext cx="1987448" cy="230429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2577465" y="4544568"/>
            <a:ext cx="614477" cy="61447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3" name="Shape 81"/>
          <p:cNvSpPr/>
          <p:nvPr/>
        </p:nvSpPr>
        <p:spPr>
          <a:xfrm>
            <a:off x="4123258" y="4544568"/>
            <a:ext cx="614477" cy="614477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4" name="Shape 82"/>
          <p:cNvSpPr/>
          <p:nvPr/>
        </p:nvSpPr>
        <p:spPr>
          <a:xfrm>
            <a:off x="2553462" y="3123590"/>
            <a:ext cx="2208276" cy="1574597"/>
          </a:xfrm>
          <a:prstGeom prst="roundRect">
            <a:avLst>
              <a:gd name="adj" fmla="val 6969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862621" y="3344034"/>
            <a:ext cx="1589959" cy="881774"/>
          </a:xfrm>
          <a:prstGeom prst="roundRect">
            <a:avLst>
              <a:gd name="adj" fmla="val 8296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00193" y="3714379"/>
            <a:ext cx="288036" cy="0"/>
          </a:xfrm>
          <a:prstGeom prst="line">
            <a:avLst/>
          </a:prstGeom>
          <a:noFill/>
          <a:ln w="27940">
            <a:solidFill>
              <a:srgbClr val="00457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26971" y="3714379"/>
            <a:ext cx="288036" cy="0"/>
          </a:xfrm>
          <a:prstGeom prst="line">
            <a:avLst/>
          </a:prstGeom>
          <a:noFill/>
          <a:ln w="27940">
            <a:solidFill>
              <a:srgbClr val="00457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20835" y="3810391"/>
            <a:ext cx="192024" cy="1920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202341" y="3810391"/>
            <a:ext cx="192024" cy="192024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3311957" y="3786887"/>
            <a:ext cx="691286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4200" dirty="0"/>
          </a:p>
        </p:txBody>
      </p:sp>
      <p:sp>
        <p:nvSpPr>
          <p:cNvPr id="91" name="Text 89"/>
          <p:cNvSpPr/>
          <p:nvPr/>
        </p:nvSpPr>
        <p:spPr>
          <a:xfrm>
            <a:off x="3119933" y="2317090"/>
            <a:ext cx="10753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60" dirty="0">
                <a:solidFill>
                  <a:srgbClr val="000000"/>
                </a:solidFill>
              </a:rPr>
              <a:t>👑</a:t>
            </a:r>
            <a:endParaRPr lang="en-US" sz="5460" dirty="0"/>
          </a:p>
        </p:txBody>
      </p:sp>
      <p:sp>
        <p:nvSpPr>
          <p:cNvPr id="92" name="Text 90"/>
          <p:cNvSpPr/>
          <p:nvPr/>
        </p:nvSpPr>
        <p:spPr>
          <a:xfrm>
            <a:off x="2834640" y="538947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ろまんちゃん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303520" y="27432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 rot="12000000">
            <a:off x="5660136" y="45537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457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40680" y="2816352"/>
            <a:ext cx="210312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またこんど、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いっしょに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ほしを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みようね</a:t>
            </a:r>
            <a:endParaRPr lang="en-US" sz="1500" dirty="0"/>
          </a:p>
        </p:txBody>
      </p:sp>
      <p:sp>
        <p:nvSpPr>
          <p:cNvPr id="96" name="Text 94"/>
          <p:cNvSpPr/>
          <p:nvPr/>
        </p:nvSpPr>
        <p:spPr>
          <a:xfrm>
            <a:off x="77724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D1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おやすみなさい</a:t>
            </a:r>
            <a:endParaRPr lang="en-US" sz="2200" dirty="0"/>
          </a:p>
        </p:txBody>
      </p:sp>
      <p:sp>
        <p:nvSpPr>
          <p:cNvPr id="97" name="Text 9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99288"/>
          </a:xfrm>
          <a:prstGeom prst="rect">
            <a:avLst/>
          </a:prstGeom>
          <a:solidFill>
            <a:srgbClr val="070B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12191695" cy="399288"/>
          </a:xfrm>
          <a:prstGeom prst="rect">
            <a:avLst/>
          </a:prstGeom>
          <a:solidFill>
            <a:srgbClr val="080D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62000"/>
            <a:ext cx="12191695" cy="399288"/>
          </a:xfrm>
          <a:prstGeom prst="rect">
            <a:avLst/>
          </a:prstGeom>
          <a:solidFill>
            <a:srgbClr val="090F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399288"/>
          </a:xfrm>
          <a:prstGeom prst="rect">
            <a:avLst/>
          </a:prstGeom>
          <a:solidFill>
            <a:srgbClr val="0B102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524000"/>
            <a:ext cx="12191695" cy="399288"/>
          </a:xfrm>
          <a:prstGeom prst="rect">
            <a:avLst/>
          </a:prstGeom>
          <a:solidFill>
            <a:srgbClr val="0C12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05000"/>
            <a:ext cx="12191695" cy="399288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286000"/>
            <a:ext cx="12191695" cy="399288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667000"/>
            <a:ext cx="12191695" cy="399288"/>
          </a:xfrm>
          <a:prstGeom prst="rect">
            <a:avLst/>
          </a:prstGeom>
          <a:solidFill>
            <a:srgbClr val="0F183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048000"/>
            <a:ext cx="12191695" cy="399288"/>
          </a:xfrm>
          <a:prstGeom prst="rect">
            <a:avLst/>
          </a:prstGeom>
          <a:solidFill>
            <a:srgbClr val="101A3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12191695" cy="399288"/>
          </a:xfrm>
          <a:prstGeom prst="rect">
            <a:avLst/>
          </a:prstGeom>
          <a:solidFill>
            <a:srgbClr val="121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3810000"/>
            <a:ext cx="12191695" cy="399288"/>
          </a:xfrm>
          <a:prstGeom prst="rect">
            <a:avLst/>
          </a:prstGeom>
          <a:solidFill>
            <a:srgbClr val="131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191000"/>
            <a:ext cx="12191695" cy="399288"/>
          </a:xfrm>
          <a:prstGeom prst="rect">
            <a:avLst/>
          </a:prstGeom>
          <a:solidFill>
            <a:srgbClr val="14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572000"/>
            <a:ext cx="12191695" cy="399288"/>
          </a:xfrm>
          <a:prstGeom prst="rect">
            <a:avLst/>
          </a:prstGeom>
          <a:solidFill>
            <a:srgbClr val="152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2191695" cy="399288"/>
          </a:xfrm>
          <a:prstGeom prst="rect">
            <a:avLst/>
          </a:prstGeom>
          <a:solidFill>
            <a:srgbClr val="162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334000"/>
            <a:ext cx="12191695" cy="399288"/>
          </a:xfrm>
          <a:prstGeom prst="rect">
            <a:avLst/>
          </a:prstGeom>
          <a:solidFill>
            <a:srgbClr val="172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715000"/>
            <a:ext cx="12191695" cy="399288"/>
          </a:xfrm>
          <a:prstGeom prst="rect">
            <a:avLst/>
          </a:prstGeom>
          <a:solidFill>
            <a:srgbClr val="19265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096000"/>
            <a:ext cx="12191695" cy="399288"/>
          </a:xfrm>
          <a:prstGeom prst="rect">
            <a:avLst/>
          </a:prstGeom>
          <a:solidFill>
            <a:srgbClr val="1A285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7000"/>
            <a:ext cx="12191695" cy="399288"/>
          </a:xfrm>
          <a:prstGeom prst="rect">
            <a:avLst/>
          </a:prstGeom>
          <a:solidFill>
            <a:srgbClr val="1B2A57"/>
          </a:solidFill>
          <a:ln/>
        </p:spPr>
      </p:sp>
      <p:sp>
        <p:nvSpPr>
          <p:cNvPr id="20" name="Shape 18"/>
          <p:cNvSpPr/>
          <p:nvPr/>
        </p:nvSpPr>
        <p:spPr>
          <a:xfrm>
            <a:off x="2862" y="6488585"/>
            <a:ext cx="70200" cy="7020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84645" y="3900663"/>
            <a:ext cx="53761" cy="5376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9338" y="279716"/>
            <a:ext cx="59760" cy="5976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25602" y="254866"/>
            <a:ext cx="66083" cy="6608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39558" y="1583825"/>
            <a:ext cx="59594" cy="5959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5510" y="4136618"/>
            <a:ext cx="70273" cy="7027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93885" y="5540327"/>
            <a:ext cx="76011" cy="7601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1778" y="244953"/>
            <a:ext cx="47250" cy="4725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50541" y="2907349"/>
            <a:ext cx="32710" cy="327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1937584" y="4747893"/>
            <a:ext cx="222689" cy="222689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12817" y="3267896"/>
            <a:ext cx="70945" cy="7094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1" name="Shape 29"/>
          <p:cNvSpPr/>
          <p:nvPr/>
        </p:nvSpPr>
        <p:spPr>
          <a:xfrm>
            <a:off x="6651268" y="1238394"/>
            <a:ext cx="88178" cy="881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2" name="Shape 30"/>
          <p:cNvSpPr/>
          <p:nvPr/>
        </p:nvSpPr>
        <p:spPr>
          <a:xfrm>
            <a:off x="2210342" y="633283"/>
            <a:ext cx="91110" cy="9111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624336" y="1695333"/>
            <a:ext cx="231681" cy="231681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0416" y="6375804"/>
            <a:ext cx="45114" cy="4511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1701873" y="930540"/>
            <a:ext cx="58716" cy="5871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6" name="Shape 34"/>
          <p:cNvSpPr/>
          <p:nvPr/>
        </p:nvSpPr>
        <p:spPr>
          <a:xfrm>
            <a:off x="7306036" y="5618763"/>
            <a:ext cx="90437" cy="9043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7" name="Shape 35"/>
          <p:cNvSpPr/>
          <p:nvPr/>
        </p:nvSpPr>
        <p:spPr>
          <a:xfrm>
            <a:off x="5278120" y="1457135"/>
            <a:ext cx="28790" cy="287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38" name="Shape 36"/>
          <p:cNvSpPr/>
          <p:nvPr/>
        </p:nvSpPr>
        <p:spPr>
          <a:xfrm>
            <a:off x="3809344" y="2842801"/>
            <a:ext cx="253662" cy="253662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39" name="Shape 37"/>
          <p:cNvSpPr/>
          <p:nvPr/>
        </p:nvSpPr>
        <p:spPr>
          <a:xfrm>
            <a:off x="2796758" y="3446279"/>
            <a:ext cx="81546" cy="8154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74201" y="5218672"/>
            <a:ext cx="57902" cy="5790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1" name="Shape 39"/>
          <p:cNvSpPr/>
          <p:nvPr/>
        </p:nvSpPr>
        <p:spPr>
          <a:xfrm>
            <a:off x="578056" y="6078263"/>
            <a:ext cx="32984" cy="3298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2" name="Shape 40"/>
          <p:cNvSpPr/>
          <p:nvPr/>
        </p:nvSpPr>
        <p:spPr>
          <a:xfrm>
            <a:off x="11993414" y="4506847"/>
            <a:ext cx="91174" cy="91174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3" name="Shape 41"/>
          <p:cNvSpPr/>
          <p:nvPr/>
        </p:nvSpPr>
        <p:spPr>
          <a:xfrm>
            <a:off x="6467175" y="2730931"/>
            <a:ext cx="74376" cy="7437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4" name="Shape 42"/>
          <p:cNvSpPr/>
          <p:nvPr/>
        </p:nvSpPr>
        <p:spPr>
          <a:xfrm>
            <a:off x="4418552" y="1682399"/>
            <a:ext cx="32522" cy="3252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5" name="Shape 43"/>
          <p:cNvSpPr/>
          <p:nvPr/>
        </p:nvSpPr>
        <p:spPr>
          <a:xfrm>
            <a:off x="1452266" y="257319"/>
            <a:ext cx="66885" cy="6688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6" name="Shape 44"/>
          <p:cNvSpPr/>
          <p:nvPr/>
        </p:nvSpPr>
        <p:spPr>
          <a:xfrm>
            <a:off x="7456432" y="1026261"/>
            <a:ext cx="96155" cy="9615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408364" y="6545300"/>
            <a:ext cx="69730" cy="6973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394" y="4952329"/>
            <a:ext cx="75149" cy="7514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49" name="Shape 47"/>
          <p:cNvSpPr/>
          <p:nvPr/>
        </p:nvSpPr>
        <p:spPr>
          <a:xfrm>
            <a:off x="9668327" y="2623497"/>
            <a:ext cx="55679" cy="5567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0" name="Shape 48"/>
          <p:cNvSpPr/>
          <p:nvPr/>
        </p:nvSpPr>
        <p:spPr>
          <a:xfrm>
            <a:off x="8896403" y="1629766"/>
            <a:ext cx="33192" cy="3319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1" name="Shape 49"/>
          <p:cNvSpPr/>
          <p:nvPr/>
        </p:nvSpPr>
        <p:spPr>
          <a:xfrm>
            <a:off x="9830026" y="2020283"/>
            <a:ext cx="36196" cy="361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2" name="Shape 50"/>
          <p:cNvSpPr/>
          <p:nvPr/>
        </p:nvSpPr>
        <p:spPr>
          <a:xfrm>
            <a:off x="5204357" y="3608584"/>
            <a:ext cx="66459" cy="66459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3" name="Shape 51"/>
          <p:cNvSpPr/>
          <p:nvPr/>
        </p:nvSpPr>
        <p:spPr>
          <a:xfrm>
            <a:off x="6218396" y="3020170"/>
            <a:ext cx="64201" cy="6420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096978" y="2921440"/>
            <a:ext cx="66835" cy="6683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5" name="Shape 53"/>
          <p:cNvSpPr/>
          <p:nvPr/>
        </p:nvSpPr>
        <p:spPr>
          <a:xfrm>
            <a:off x="8573911" y="4541812"/>
            <a:ext cx="71238" cy="7123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6" name="Shape 54"/>
          <p:cNvSpPr/>
          <p:nvPr/>
        </p:nvSpPr>
        <p:spPr>
          <a:xfrm>
            <a:off x="6085520" y="1803660"/>
            <a:ext cx="131184" cy="131184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57" name="Shape 55"/>
          <p:cNvSpPr/>
          <p:nvPr/>
        </p:nvSpPr>
        <p:spPr>
          <a:xfrm>
            <a:off x="6873583" y="4494983"/>
            <a:ext cx="86378" cy="8637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8" name="Shape 56"/>
          <p:cNvSpPr/>
          <p:nvPr/>
        </p:nvSpPr>
        <p:spPr>
          <a:xfrm>
            <a:off x="9520790" y="6808046"/>
            <a:ext cx="64396" cy="64396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59" name="Shape 57"/>
          <p:cNvSpPr/>
          <p:nvPr/>
        </p:nvSpPr>
        <p:spPr>
          <a:xfrm>
            <a:off x="9769995" y="3686945"/>
            <a:ext cx="68975" cy="68975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0" name="Shape 58"/>
          <p:cNvSpPr/>
          <p:nvPr/>
        </p:nvSpPr>
        <p:spPr>
          <a:xfrm>
            <a:off x="5306469" y="2009079"/>
            <a:ext cx="70921" cy="709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378247" y="344306"/>
            <a:ext cx="78313" cy="78313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2" name="Shape 60"/>
          <p:cNvSpPr/>
          <p:nvPr/>
        </p:nvSpPr>
        <p:spPr>
          <a:xfrm>
            <a:off x="5176635" y="2121804"/>
            <a:ext cx="87321" cy="87321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3" name="Shape 61"/>
          <p:cNvSpPr/>
          <p:nvPr/>
        </p:nvSpPr>
        <p:spPr>
          <a:xfrm>
            <a:off x="9329194" y="5938730"/>
            <a:ext cx="107625" cy="107625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4" name="Shape 62"/>
          <p:cNvSpPr/>
          <p:nvPr/>
        </p:nvSpPr>
        <p:spPr>
          <a:xfrm>
            <a:off x="7214081" y="365401"/>
            <a:ext cx="59090" cy="59090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5" name="Shape 63"/>
          <p:cNvSpPr/>
          <p:nvPr/>
        </p:nvSpPr>
        <p:spPr>
          <a:xfrm>
            <a:off x="5921803" y="3902237"/>
            <a:ext cx="133823" cy="133823"/>
          </a:xfrm>
          <a:prstGeom prst="star5">
            <a:avLst/>
          </a:prstGeom>
          <a:solidFill>
            <a:srgbClr val="FFF6DE"/>
          </a:solidFill>
          <a:ln/>
        </p:spPr>
      </p:sp>
      <p:sp>
        <p:nvSpPr>
          <p:cNvPr id="66" name="Shape 64"/>
          <p:cNvSpPr/>
          <p:nvPr/>
        </p:nvSpPr>
        <p:spPr>
          <a:xfrm>
            <a:off x="6697894" y="3137203"/>
            <a:ext cx="52252" cy="52252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7" name="Shape 65"/>
          <p:cNvSpPr/>
          <p:nvPr/>
        </p:nvSpPr>
        <p:spPr>
          <a:xfrm>
            <a:off x="6141784" y="5663303"/>
            <a:ext cx="36257" cy="362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8" name="Shape 66"/>
          <p:cNvSpPr/>
          <p:nvPr/>
        </p:nvSpPr>
        <p:spPr>
          <a:xfrm>
            <a:off x="144010" y="3613099"/>
            <a:ext cx="70657" cy="70657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69" name="Shape 67"/>
          <p:cNvSpPr/>
          <p:nvPr/>
        </p:nvSpPr>
        <p:spPr>
          <a:xfrm>
            <a:off x="6595994" y="6735660"/>
            <a:ext cx="38948" cy="38948"/>
          </a:xfrm>
          <a:prstGeom prst="ellipse">
            <a:avLst/>
          </a:prstGeom>
          <a:solidFill>
            <a:srgbClr val="FFF6DE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でんしゃトークの なかまたち</a:t>
            </a:r>
            <a:endParaRPr lang="en-US" sz="2600" dirty="0"/>
          </a:p>
        </p:txBody>
      </p:sp>
      <p:sp>
        <p:nvSpPr>
          <p:cNvPr id="71" name="Shape 69"/>
          <p:cNvSpPr/>
          <p:nvPr/>
        </p:nvSpPr>
        <p:spPr>
          <a:xfrm>
            <a:off x="594360" y="10972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0068B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05878" y="272034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254443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4" name="Shape 72"/>
          <p:cNvSpPr/>
          <p:nvPr/>
        </p:nvSpPr>
        <p:spPr>
          <a:xfrm>
            <a:off x="2174558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5" name="Shape 73"/>
          <p:cNvSpPr/>
          <p:nvPr/>
        </p:nvSpPr>
        <p:spPr>
          <a:xfrm>
            <a:off x="1240155" y="150876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0068B7"/>
          </a:solidFill>
          <a:ln w="19050">
            <a:solidFill>
              <a:srgbClr val="0045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424178" y="163997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0045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65590" y="1774695"/>
            <a:ext cx="171450" cy="17145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8" name="Shape 76"/>
          <p:cNvSpPr/>
          <p:nvPr/>
        </p:nvSpPr>
        <p:spPr>
          <a:xfrm>
            <a:off x="2057720" y="1774695"/>
            <a:ext cx="171450" cy="171450"/>
          </a:xfrm>
          <a:prstGeom prst="star5">
            <a:avLst/>
          </a:prstGeom>
          <a:solidFill>
            <a:srgbClr val="FFC94A"/>
          </a:solidFill>
          <a:ln/>
        </p:spPr>
      </p:sp>
      <p:sp>
        <p:nvSpPr>
          <p:cNvPr id="79" name="Shape 77"/>
          <p:cNvSpPr/>
          <p:nvPr/>
        </p:nvSpPr>
        <p:spPr>
          <a:xfrm>
            <a:off x="1458829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2221631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691640" y="190358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4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82" name="Text 80"/>
          <p:cNvSpPr/>
          <p:nvPr/>
        </p:nvSpPr>
        <p:spPr>
          <a:xfrm>
            <a:off x="1577340" y="102870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👑</a:t>
            </a:r>
            <a:endParaRPr lang="en-US" sz="3250" dirty="0"/>
          </a:p>
        </p:txBody>
      </p:sp>
      <p:sp>
        <p:nvSpPr>
          <p:cNvPr id="83" name="Text 81"/>
          <p:cNvSpPr/>
          <p:nvPr/>
        </p:nvSpPr>
        <p:spPr>
          <a:xfrm>
            <a:off x="68580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ろまんちゃん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8580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ほしをみるのがすきな ゆめみるや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337560" y="10972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9ACD3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49078" y="272034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997643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8" name="Shape 86"/>
          <p:cNvSpPr/>
          <p:nvPr/>
        </p:nvSpPr>
        <p:spPr>
          <a:xfrm>
            <a:off x="4917758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89" name="Shape 87"/>
          <p:cNvSpPr/>
          <p:nvPr/>
        </p:nvSpPr>
        <p:spPr>
          <a:xfrm>
            <a:off x="3983355" y="150876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9ACD32"/>
          </a:solidFill>
          <a:ln w="19050">
            <a:solidFill>
              <a:srgbClr val="4F7A06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4167378" y="163997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4F7A0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8790" y="177469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2" name="Shape 90"/>
          <p:cNvSpPr/>
          <p:nvPr/>
        </p:nvSpPr>
        <p:spPr>
          <a:xfrm>
            <a:off x="4364511" y="177469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4800920" y="177469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94" name="Shape 92"/>
          <p:cNvSpPr/>
          <p:nvPr/>
        </p:nvSpPr>
        <p:spPr>
          <a:xfrm>
            <a:off x="4856641" y="177469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4202029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964831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4434840" y="190358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F7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98" name="Text 96"/>
          <p:cNvSpPr/>
          <p:nvPr/>
        </p:nvSpPr>
        <p:spPr>
          <a:xfrm>
            <a:off x="4320540" y="102870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🔁</a:t>
            </a:r>
            <a:endParaRPr lang="en-US" sz="3250" dirty="0"/>
          </a:p>
        </p:txBody>
      </p:sp>
      <p:sp>
        <p:nvSpPr>
          <p:cNvPr id="99" name="Text 97"/>
          <p:cNvSpPr/>
          <p:nvPr/>
        </p:nvSpPr>
        <p:spPr>
          <a:xfrm>
            <a:off x="342900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やまのてん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342900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ぐるぐるまわるのがとくい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6080760" y="10972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92278" y="272034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6740843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660958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726555" y="150876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FF9500"/>
          </a:solidFill>
          <a:ln w="19050">
            <a:solidFill>
              <a:srgbClr val="A35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6910578" y="163997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A35C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51990" y="177469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107711" y="177469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544120" y="177469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599841" y="177469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945229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7708031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7178040" y="190358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A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114" name="Text 112"/>
          <p:cNvSpPr/>
          <p:nvPr/>
        </p:nvSpPr>
        <p:spPr>
          <a:xfrm>
            <a:off x="7063740" y="102870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🎩</a:t>
            </a:r>
            <a:endParaRPr lang="en-US" sz="3250" dirty="0"/>
          </a:p>
        </p:txBody>
      </p:sp>
      <p:sp>
        <p:nvSpPr>
          <p:cNvPr id="115" name="Text 113"/>
          <p:cNvSpPr/>
          <p:nvPr/>
        </p:nvSpPr>
        <p:spPr>
          <a:xfrm>
            <a:off x="617220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ぎんじろう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617220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ものしりなおじいさん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8823960" y="10972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F62E3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535478" y="272034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9484043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404158" y="235458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469755" y="150876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F62E36"/>
          </a:solidFill>
          <a:ln w="19050">
            <a:solidFill>
              <a:srgbClr val="A3151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9653778" y="163997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A3151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795190" y="177469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9850911" y="177469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287320" y="177469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0343041" y="177469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688429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451231" y="191757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29" name="Text 127"/>
          <p:cNvSpPr/>
          <p:nvPr/>
        </p:nvSpPr>
        <p:spPr>
          <a:xfrm>
            <a:off x="9921240" y="190358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A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130" name="Text 128"/>
          <p:cNvSpPr/>
          <p:nvPr/>
        </p:nvSpPr>
        <p:spPr>
          <a:xfrm>
            <a:off x="9806940" y="102870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🎀</a:t>
            </a:r>
            <a:endParaRPr lang="en-US" sz="3250" dirty="0"/>
          </a:p>
        </p:txBody>
      </p:sp>
      <p:sp>
        <p:nvSpPr>
          <p:cNvPr id="131" name="Text 129"/>
          <p:cNvSpPr/>
          <p:nvPr/>
        </p:nvSpPr>
        <p:spPr>
          <a:xfrm>
            <a:off x="891540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まるこ</a:t>
            </a:r>
            <a:endParaRPr lang="en-US" sz="1400" dirty="0"/>
          </a:p>
        </p:txBody>
      </p:sp>
      <p:sp>
        <p:nvSpPr>
          <p:cNvPr id="132" name="Text 130"/>
          <p:cNvSpPr/>
          <p:nvPr/>
        </p:nvSpPr>
        <p:spPr>
          <a:xfrm>
            <a:off x="891540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おしゃべりがだいすき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594360" y="37947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E5171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05878" y="541782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1254443" y="505206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174558" y="505206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240155" y="420624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E5171F"/>
          </a:solidFill>
          <a:ln w="19050">
            <a:solidFill>
              <a:srgbClr val="9B0D1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8" name="Shape 136"/>
          <p:cNvSpPr/>
          <p:nvPr/>
        </p:nvSpPr>
        <p:spPr>
          <a:xfrm>
            <a:off x="1424178" y="433745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9B0D1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65590" y="447217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621311" y="447217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057720" y="447217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113441" y="447217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458829" y="461505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2221631" y="461505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45" name="Text 143"/>
          <p:cNvSpPr/>
          <p:nvPr/>
        </p:nvSpPr>
        <p:spPr>
          <a:xfrm>
            <a:off x="1691640" y="460106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9B0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146" name="Text 144"/>
          <p:cNvSpPr/>
          <p:nvPr/>
        </p:nvSpPr>
        <p:spPr>
          <a:xfrm>
            <a:off x="1577340" y="372618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🔥</a:t>
            </a:r>
            <a:endParaRPr lang="en-US" sz="3250" dirty="0"/>
          </a:p>
        </p:txBody>
      </p:sp>
      <p:sp>
        <p:nvSpPr>
          <p:cNvPr id="147" name="Text 145"/>
          <p:cNvSpPr/>
          <p:nvPr/>
        </p:nvSpPr>
        <p:spPr>
          <a:xfrm>
            <a:off x="685800" y="5577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けいきゅん</a:t>
            </a:r>
            <a:endParaRPr lang="en-US" sz="1400" dirty="0"/>
          </a:p>
        </p:txBody>
      </p:sp>
      <p:sp>
        <p:nvSpPr>
          <p:cNvPr id="148" name="Text 146"/>
          <p:cNvSpPr/>
          <p:nvPr/>
        </p:nvSpPr>
        <p:spPr>
          <a:xfrm>
            <a:off x="685800" y="5897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とにかくはやいのがじまん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3337560" y="37947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F68B1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049078" y="541782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3997643" y="505206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917758" y="505206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983355" y="420624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F68B1E"/>
          </a:solidFill>
          <a:ln w="19050">
            <a:solidFill>
              <a:srgbClr val="A15A0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4167378" y="433745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A15A0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308790" y="447217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6" name="Shape 154"/>
          <p:cNvSpPr/>
          <p:nvPr/>
        </p:nvSpPr>
        <p:spPr>
          <a:xfrm>
            <a:off x="4364511" y="447217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800920" y="447217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856641" y="447217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202029" y="461505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4964831" y="461505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61" name="Text 159"/>
          <p:cNvSpPr/>
          <p:nvPr/>
        </p:nvSpPr>
        <p:spPr>
          <a:xfrm>
            <a:off x="4434840" y="460106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A15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162" name="Text 160"/>
          <p:cNvSpPr/>
          <p:nvPr/>
        </p:nvSpPr>
        <p:spPr>
          <a:xfrm>
            <a:off x="4320540" y="372618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🏖️</a:t>
            </a:r>
            <a:endParaRPr lang="en-US" sz="3250" dirty="0"/>
          </a:p>
        </p:txBody>
      </p:sp>
      <p:sp>
        <p:nvSpPr>
          <p:cNvPr id="163" name="Text 161"/>
          <p:cNvSpPr/>
          <p:nvPr/>
        </p:nvSpPr>
        <p:spPr>
          <a:xfrm>
            <a:off x="3429000" y="5577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とうかいくん</a:t>
            </a:r>
            <a:endParaRPr lang="en-US" sz="1400" dirty="0"/>
          </a:p>
        </p:txBody>
      </p:sp>
      <p:sp>
        <p:nvSpPr>
          <p:cNvPr id="164" name="Text 162"/>
          <p:cNvSpPr/>
          <p:nvPr/>
        </p:nvSpPr>
        <p:spPr>
          <a:xfrm>
            <a:off x="3429000" y="5897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うみのけしきがすき</a:t>
            </a:r>
            <a:endParaRPr lang="en-US" sz="1050" dirty="0"/>
          </a:p>
        </p:txBody>
      </p:sp>
      <p:sp>
        <p:nvSpPr>
          <p:cNvPr id="165" name="Shape 163"/>
          <p:cNvSpPr/>
          <p:nvPr/>
        </p:nvSpPr>
        <p:spPr>
          <a:xfrm>
            <a:off x="6080760" y="37947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0A0F2E">
              <a:alpha val="85000"/>
            </a:srgbClr>
          </a:solidFill>
          <a:ln w="19050">
            <a:solidFill>
              <a:srgbClr val="6A5AC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92278" y="5417820"/>
            <a:ext cx="1183005" cy="137160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6740843" y="505206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8" name="Shape 166"/>
          <p:cNvSpPr/>
          <p:nvPr/>
        </p:nvSpPr>
        <p:spPr>
          <a:xfrm>
            <a:off x="7660958" y="5052060"/>
            <a:ext cx="365760" cy="36576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726555" y="4206240"/>
            <a:ext cx="1314450" cy="937260"/>
          </a:xfrm>
          <a:prstGeom prst="roundRect">
            <a:avLst>
              <a:gd name="adj" fmla="val 11707"/>
            </a:avLst>
          </a:prstGeom>
          <a:solidFill>
            <a:srgbClr val="6A5ACD"/>
          </a:solidFill>
          <a:ln w="19050">
            <a:solidFill>
              <a:srgbClr val="3D2F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0" name="Shape 168"/>
          <p:cNvSpPr/>
          <p:nvPr/>
        </p:nvSpPr>
        <p:spPr>
          <a:xfrm>
            <a:off x="6910578" y="4337456"/>
            <a:ext cx="946404" cy="524866"/>
          </a:xfrm>
          <a:prstGeom prst="roundRect">
            <a:avLst>
              <a:gd name="adj" fmla="val 13937"/>
            </a:avLst>
          </a:prstGeom>
          <a:solidFill>
            <a:srgbClr val="FFF8ED"/>
          </a:solidFill>
          <a:ln w="12700">
            <a:solidFill>
              <a:srgbClr val="3D2F7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051990" y="447217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2" name="Shape 170"/>
          <p:cNvSpPr/>
          <p:nvPr/>
        </p:nvSpPr>
        <p:spPr>
          <a:xfrm>
            <a:off x="7107711" y="447217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3" name="Shape 171"/>
          <p:cNvSpPr/>
          <p:nvPr/>
        </p:nvSpPr>
        <p:spPr>
          <a:xfrm>
            <a:off x="7544120" y="4472175"/>
            <a:ext cx="171450" cy="17145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7599841" y="4472175"/>
            <a:ext cx="51435" cy="5143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945229" y="461505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7708031" y="4615050"/>
            <a:ext cx="114300" cy="114300"/>
          </a:xfrm>
          <a:prstGeom prst="ellipse">
            <a:avLst/>
          </a:prstGeom>
          <a:solidFill>
            <a:srgbClr val="FFB6A0">
              <a:alpha val="65000"/>
            </a:srgbClr>
          </a:solidFill>
          <a:ln/>
        </p:spPr>
      </p:sp>
      <p:sp>
        <p:nvSpPr>
          <p:cNvPr id="177" name="Text 175"/>
          <p:cNvSpPr/>
          <p:nvPr/>
        </p:nvSpPr>
        <p:spPr>
          <a:xfrm>
            <a:off x="7178040" y="460106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3D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⌣</a:t>
            </a:r>
            <a:endParaRPr lang="en-US" sz="2500" dirty="0"/>
          </a:p>
        </p:txBody>
      </p:sp>
      <p:sp>
        <p:nvSpPr>
          <p:cNvPr id="178" name="Text 176"/>
          <p:cNvSpPr/>
          <p:nvPr/>
        </p:nvSpPr>
        <p:spPr>
          <a:xfrm>
            <a:off x="7063740" y="3726180"/>
            <a:ext cx="640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🌉</a:t>
            </a:r>
            <a:endParaRPr lang="en-US" sz="3250" dirty="0"/>
          </a:p>
        </p:txBody>
      </p:sp>
      <p:sp>
        <p:nvSpPr>
          <p:cNvPr id="179" name="Text 177"/>
          <p:cNvSpPr/>
          <p:nvPr/>
        </p:nvSpPr>
        <p:spPr>
          <a:xfrm>
            <a:off x="6172200" y="5577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うえとうくん</a:t>
            </a:r>
            <a:endParaRPr lang="en-US" sz="1400" dirty="0"/>
          </a:p>
        </p:txBody>
      </p:sp>
      <p:sp>
        <p:nvSpPr>
          <p:cNvPr id="180" name="Text 178"/>
          <p:cNvSpPr/>
          <p:nvPr/>
        </p:nvSpPr>
        <p:spPr>
          <a:xfrm>
            <a:off x="6172200" y="5897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まちとまちをつなぐまとめやく</a:t>
            </a:r>
            <a:endParaRPr lang="en-US" sz="1050" dirty="0"/>
          </a:p>
        </p:txBody>
      </p:sp>
      <p:sp>
        <p:nvSpPr>
          <p:cNvPr id="181" name="Text 179"/>
          <p:cNvSpPr/>
          <p:nvPr/>
        </p:nvSpPr>
        <p:spPr>
          <a:xfrm>
            <a:off x="9448495" y="6035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FFD1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おしまい</a:t>
            </a:r>
            <a:endParaRPr lang="en-US" sz="2200" dirty="0"/>
          </a:p>
        </p:txBody>
      </p:sp>
      <p:sp>
        <p:nvSpPr>
          <p:cNvPr id="182" name="Text 18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でんしゃトーク ほしぞらのたんけん</dc:title>
  <dc:subject>PptxGenJS Presentation</dc:subject>
  <dc:creator>densha-talk</dc:creator>
  <cp:lastModifiedBy>densha-talk</cp:lastModifiedBy>
  <cp:revision>1</cp:revision>
  <dcterms:created xsi:type="dcterms:W3CDTF">2026-08-20T14:50:37Z</dcterms:created>
  <dcterms:modified xsi:type="dcterms:W3CDTF">2026-08-20T14:50:37Z</dcterms:modified>
</cp:coreProperties>
</file>